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664" r:id="rId5"/>
  </p:sldMasterIdLst>
  <p:notesMasterIdLst>
    <p:notesMasterId r:id="rId8"/>
  </p:notesMasterIdLst>
  <p:sldIdLst>
    <p:sldId id="6795" r:id="rId6"/>
    <p:sldId id="679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3372" autoAdjust="0"/>
  </p:normalViewPr>
  <p:slideViewPr>
    <p:cSldViewPr snapToGrid="0">
      <p:cViewPr varScale="1">
        <p:scale>
          <a:sx n="64" d="100"/>
          <a:sy n="64" d="100"/>
        </p:scale>
        <p:origin x="748" y="-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5A3BF7-EFA9-4BF8-9003-3BAF2A1E0D4F}" type="datetimeFigureOut">
              <a:rPr lang="en-GB" smtClean="0"/>
              <a:t>09/08/2022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 dirty="0"/>
              <a:t>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0CC1BE-5A76-4DE4-86A5-AC10F4D4CA6E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066943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Master: 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81001" y="457200"/>
            <a:ext cx="8572500" cy="3086100"/>
          </a:xfrm>
        </p:spPr>
        <p:txBody>
          <a:bodyPr tIns="0" anchor="t" anchorCtr="0">
            <a:noAutofit/>
          </a:bodyPr>
          <a:lstStyle>
            <a:lvl1pPr algn="l">
              <a:lnSpc>
                <a:spcPct val="70000"/>
              </a:lnSpc>
              <a:defRPr sz="8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Click to edit title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81000" y="3543302"/>
            <a:ext cx="5715000" cy="3162299"/>
          </a:xfrm>
        </p:spPr>
        <p:txBody>
          <a:bodyPr>
            <a:noAutofit/>
          </a:bodyPr>
          <a:lstStyle>
            <a:lvl1pPr marL="0" indent="1588">
              <a:lnSpc>
                <a:spcPct val="70000"/>
              </a:lnSpc>
              <a:defRPr sz="4000" b="1" baseline="0">
                <a:solidFill>
                  <a:schemeClr val="tx1"/>
                </a:solidFill>
                <a:latin typeface="+mn-lt"/>
              </a:defRPr>
            </a:lvl1pPr>
            <a:lvl2pPr marL="55561" indent="0">
              <a:lnSpc>
                <a:spcPct val="80000"/>
              </a:lnSpc>
              <a:spcAft>
                <a:spcPts val="0"/>
              </a:spcAft>
              <a:defRPr sz="2400" b="1" cap="all" baseline="0">
                <a:solidFill>
                  <a:schemeClr val="tx1"/>
                </a:solidFill>
                <a:latin typeface="+mn-lt"/>
              </a:defRPr>
            </a:lvl2pPr>
            <a:lvl3pPr marL="55561" indent="0">
              <a:lnSpc>
                <a:spcPct val="80000"/>
              </a:lnSpc>
              <a:spcAft>
                <a:spcPts val="0"/>
              </a:spcAft>
              <a:defRPr sz="1800" b="1" cap="all" baseline="0">
                <a:solidFill>
                  <a:schemeClr val="tx1"/>
                </a:solidFill>
                <a:latin typeface="+mn-lt"/>
              </a:defRPr>
            </a:lvl3pPr>
            <a:lvl4pPr marL="55561" indent="0">
              <a:lnSpc>
                <a:spcPct val="80000"/>
              </a:lnSpc>
              <a:buNone/>
              <a:defRPr sz="1800" b="1" cap="all" baseline="0">
                <a:solidFill>
                  <a:schemeClr val="tx1"/>
                </a:solidFill>
                <a:latin typeface="+mn-lt"/>
              </a:defRPr>
            </a:lvl4pPr>
            <a:lvl5pPr marL="55561" indent="0">
              <a:lnSpc>
                <a:spcPct val="80000"/>
              </a:lnSpc>
              <a:buNone/>
              <a:defRPr sz="1800" b="1" cap="all" baseline="0">
                <a:solidFill>
                  <a:schemeClr val="tx1"/>
                </a:solidFill>
                <a:latin typeface="+mn-lt"/>
              </a:defRPr>
            </a:lvl5pPr>
            <a:lvl6pPr marL="339717" indent="0">
              <a:buNone/>
              <a:defRPr/>
            </a:lvl6pPr>
            <a:lvl7pPr>
              <a:defRPr/>
            </a:lvl7pPr>
            <a:lvl8pPr>
              <a:defRPr/>
            </a:lvl8pPr>
          </a:lstStyle>
          <a:p>
            <a:pPr lvl="0"/>
            <a:r>
              <a:rPr lang="en-GB" dirty="0"/>
              <a:t>First level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8953500" y="266700"/>
            <a:ext cx="2857501" cy="6438900"/>
          </a:xfrm>
        </p:spPr>
        <p:txBody>
          <a:bodyPr/>
          <a:lstStyle>
            <a:lvl1pPr marL="0" indent="0">
              <a:defRPr sz="2800" b="1">
                <a:solidFill>
                  <a:schemeClr val="tx1"/>
                </a:solidFill>
                <a:latin typeface="+mn-lt"/>
              </a:defRPr>
            </a:lvl1pPr>
            <a:lvl2pPr marL="0" indent="0">
              <a:spcAft>
                <a:spcPts val="0"/>
              </a:spcAft>
              <a:defRPr sz="2200">
                <a:solidFill>
                  <a:schemeClr val="tx1"/>
                </a:solidFill>
                <a:latin typeface="+mn-lt"/>
              </a:defRPr>
            </a:lvl2pPr>
            <a:lvl3pPr marL="0" indent="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110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  <a:latin typeface="+mn-lt"/>
              </a:defRPr>
            </a:lvl4pPr>
            <a:lvl5pPr marL="0" indent="0">
              <a:buFont typeface="Arial" panose="020B0604020202020204" pitchFamily="34" charset="0"/>
              <a:buNone/>
              <a:defRPr sz="2000">
                <a:solidFill>
                  <a:schemeClr val="tx1"/>
                </a:solidFill>
              </a:defRPr>
            </a:lvl5pPr>
            <a:lvl6pPr marL="344479" indent="-173034">
              <a:buFont typeface="Graphik" panose="020B0503030202060203" pitchFamily="34" charset="0"/>
              <a:buChar char="–"/>
              <a:defRPr sz="1600">
                <a:solidFill>
                  <a:schemeClr val="tx1"/>
                </a:solidFill>
              </a:defRPr>
            </a:lvl6pPr>
            <a:lvl7pPr marL="0" indent="0">
              <a:defRPr sz="1400" b="1">
                <a:solidFill>
                  <a:schemeClr val="tx1"/>
                </a:solidFill>
                <a:latin typeface="+mj-lt"/>
              </a:defRPr>
            </a:lvl7pPr>
            <a:lvl8pPr marL="0" indent="0">
              <a:defRPr sz="1400" baseline="0">
                <a:solidFill>
                  <a:schemeClr val="tx1"/>
                </a:solidFill>
                <a:latin typeface="+mn-lt"/>
              </a:defRPr>
            </a:lvl8pPr>
            <a:lvl9pPr marL="0" indent="0">
              <a:lnSpc>
                <a:spcPct val="100000"/>
              </a:lnSpc>
              <a:spcAft>
                <a:spcPts val="800"/>
              </a:spcAft>
              <a:defRPr sz="140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GB" dirty="0"/>
              <a:t>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6403027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Master: Dark">
    <p:bg>
      <p:bgPr>
        <a:gradFill>
          <a:gsLst>
            <a:gs pos="0">
              <a:srgbClr val="000088"/>
            </a:gs>
            <a:gs pos="93000">
              <a:schemeClr val="accent1"/>
            </a:gs>
          </a:gsLst>
          <a:lin ang="1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81001" y="457200"/>
            <a:ext cx="8686800" cy="3086100"/>
          </a:xfrm>
        </p:spPr>
        <p:txBody>
          <a:bodyPr tIns="0" anchor="t" anchorCtr="0">
            <a:noAutofit/>
          </a:bodyPr>
          <a:lstStyle>
            <a:lvl1pPr algn="l">
              <a:lnSpc>
                <a:spcPct val="70000"/>
              </a:lnSpc>
              <a:defRPr sz="80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title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81000" y="3543302"/>
            <a:ext cx="5715000" cy="3162299"/>
          </a:xfrm>
        </p:spPr>
        <p:txBody>
          <a:bodyPr>
            <a:noAutofit/>
          </a:bodyPr>
          <a:lstStyle>
            <a:lvl1pPr marL="0" indent="1588">
              <a:lnSpc>
                <a:spcPct val="70000"/>
              </a:lnSpc>
              <a:defRPr sz="4000" b="1" baseline="0">
                <a:solidFill>
                  <a:schemeClr val="bg1"/>
                </a:solidFill>
                <a:latin typeface="+mn-lt"/>
              </a:defRPr>
            </a:lvl1pPr>
            <a:lvl2pPr marL="55561" indent="0">
              <a:lnSpc>
                <a:spcPct val="80000"/>
              </a:lnSpc>
              <a:spcAft>
                <a:spcPts val="0"/>
              </a:spcAft>
              <a:defRPr sz="2400" b="1" cap="all" baseline="0">
                <a:solidFill>
                  <a:schemeClr val="bg1"/>
                </a:solidFill>
                <a:latin typeface="+mn-lt"/>
              </a:defRPr>
            </a:lvl2pPr>
            <a:lvl3pPr marL="55561" indent="0">
              <a:lnSpc>
                <a:spcPct val="80000"/>
              </a:lnSpc>
              <a:spcAft>
                <a:spcPts val="0"/>
              </a:spcAft>
              <a:defRPr sz="1800" b="1" cap="all" baseline="0">
                <a:solidFill>
                  <a:schemeClr val="bg1"/>
                </a:solidFill>
                <a:latin typeface="+mn-lt"/>
              </a:defRPr>
            </a:lvl3pPr>
            <a:lvl4pPr marL="55561" indent="0">
              <a:lnSpc>
                <a:spcPct val="80000"/>
              </a:lnSpc>
              <a:buNone/>
              <a:defRPr sz="1800" b="1" cap="all" baseline="0">
                <a:solidFill>
                  <a:schemeClr val="bg1"/>
                </a:solidFill>
                <a:latin typeface="+mn-lt"/>
              </a:defRPr>
            </a:lvl4pPr>
            <a:lvl5pPr marL="55561" indent="0">
              <a:lnSpc>
                <a:spcPct val="80000"/>
              </a:lnSpc>
              <a:buNone/>
              <a:defRPr sz="1800" b="1" cap="all" baseline="0">
                <a:solidFill>
                  <a:schemeClr val="bg1"/>
                </a:solidFill>
                <a:latin typeface="+mn-lt"/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GB" dirty="0"/>
              <a:t>First level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9052560" y="266700"/>
            <a:ext cx="2857501" cy="6438900"/>
          </a:xfrm>
        </p:spPr>
        <p:txBody>
          <a:bodyPr/>
          <a:lstStyle>
            <a:lvl1pPr marL="0" indent="0">
              <a:defRPr sz="2800" b="1">
                <a:solidFill>
                  <a:schemeClr val="accent6"/>
                </a:solidFill>
                <a:latin typeface="+mn-lt"/>
              </a:defRPr>
            </a:lvl1pPr>
            <a:lvl2pPr marL="0" indent="0">
              <a:spcAft>
                <a:spcPts val="0"/>
              </a:spcAft>
              <a:defRPr sz="2200">
                <a:solidFill>
                  <a:schemeClr val="bg1"/>
                </a:solidFill>
                <a:latin typeface="+mn-lt"/>
              </a:defRPr>
            </a:lvl2pPr>
            <a:lvl3pPr marL="0" indent="0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  <a:latin typeface="+mn-lt"/>
              </a:defRPr>
            </a:lvl3pPr>
            <a:lvl4pPr marL="0" indent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  <a:defRPr sz="1400">
                <a:solidFill>
                  <a:schemeClr val="bg1"/>
                </a:solidFill>
                <a:latin typeface="+mn-lt"/>
              </a:defRPr>
            </a:lvl4pPr>
            <a:lvl5pPr marL="0" indent="0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5pPr>
            <a:lvl6pPr marL="344479" indent="-173034">
              <a:buFont typeface="Graphik" panose="020B0503030202060203" pitchFamily="34" charset="0"/>
              <a:buChar char="–"/>
              <a:defRPr sz="1600">
                <a:solidFill>
                  <a:schemeClr val="bg1"/>
                </a:solidFill>
              </a:defRPr>
            </a:lvl6pPr>
            <a:lvl7pPr marL="0" indent="0">
              <a:defRPr sz="1400" b="1">
                <a:solidFill>
                  <a:schemeClr val="bg1"/>
                </a:solidFill>
                <a:latin typeface="+mj-lt"/>
              </a:defRPr>
            </a:lvl7pPr>
            <a:lvl8pPr marL="0" indent="0">
              <a:defRPr sz="1400" baseline="0">
                <a:solidFill>
                  <a:schemeClr val="bg1"/>
                </a:solidFill>
                <a:latin typeface="+mn-lt"/>
              </a:defRPr>
            </a:lvl8pPr>
            <a:lvl9pPr marL="0" indent="0">
              <a:lnSpc>
                <a:spcPct val="100000"/>
              </a:lnSpc>
              <a:spcAft>
                <a:spcPts val="800"/>
              </a:spcAft>
              <a:defRPr sz="140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en-GB" dirty="0"/>
              <a:t>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352930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IDENTIAL Title Master: Dark">
    <p:bg>
      <p:bgPr>
        <a:gradFill>
          <a:gsLst>
            <a:gs pos="0">
              <a:srgbClr val="000088"/>
            </a:gs>
            <a:gs pos="93000">
              <a:schemeClr val="accent1"/>
            </a:gs>
          </a:gsLst>
          <a:lin ang="1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81001" y="457200"/>
            <a:ext cx="8686800" cy="3086100"/>
          </a:xfrm>
        </p:spPr>
        <p:txBody>
          <a:bodyPr tIns="0" anchor="t" anchorCtr="0">
            <a:noAutofit/>
          </a:bodyPr>
          <a:lstStyle>
            <a:lvl1pPr algn="l">
              <a:lnSpc>
                <a:spcPct val="70000"/>
              </a:lnSpc>
              <a:defRPr sz="80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title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81000" y="3543302"/>
            <a:ext cx="5715000" cy="3162299"/>
          </a:xfrm>
        </p:spPr>
        <p:txBody>
          <a:bodyPr>
            <a:noAutofit/>
          </a:bodyPr>
          <a:lstStyle>
            <a:lvl1pPr marL="0" indent="0">
              <a:lnSpc>
                <a:spcPct val="80000"/>
              </a:lnSpc>
              <a:defRPr sz="1800" b="1" baseline="0">
                <a:solidFill>
                  <a:schemeClr val="accent5"/>
                </a:solidFill>
                <a:latin typeface="+mn-lt"/>
              </a:defRPr>
            </a:lvl1pPr>
            <a:lvl2pPr marL="0" indent="0">
              <a:lnSpc>
                <a:spcPct val="75000"/>
              </a:lnSpc>
              <a:spcAft>
                <a:spcPts val="0"/>
              </a:spcAft>
              <a:defRPr sz="2400" b="1" cap="all" baseline="0">
                <a:solidFill>
                  <a:schemeClr val="accent5"/>
                </a:solidFill>
                <a:latin typeface="+mn-lt"/>
              </a:defRPr>
            </a:lvl2pPr>
            <a:lvl3pPr marL="0" indent="0">
              <a:lnSpc>
                <a:spcPct val="80000"/>
              </a:lnSpc>
              <a:spcAft>
                <a:spcPts val="0"/>
              </a:spcAft>
              <a:defRPr sz="1600" b="1" cap="all" baseline="0">
                <a:solidFill>
                  <a:schemeClr val="accent5"/>
                </a:solidFill>
                <a:latin typeface="+mn-lt"/>
              </a:defRPr>
            </a:lvl3pPr>
            <a:lvl4pPr marL="0" indent="0">
              <a:lnSpc>
                <a:spcPct val="80000"/>
              </a:lnSpc>
              <a:buNone/>
              <a:defRPr sz="1400" b="1" cap="all" baseline="0">
                <a:solidFill>
                  <a:schemeClr val="accent5"/>
                </a:solidFill>
                <a:latin typeface="+mn-lt"/>
              </a:defRPr>
            </a:lvl4pPr>
            <a:lvl5pPr marL="0" indent="0">
              <a:lnSpc>
                <a:spcPct val="90000"/>
              </a:lnSpc>
              <a:buNone/>
              <a:defRPr sz="1100" b="1" cap="all" baseline="0">
                <a:solidFill>
                  <a:schemeClr val="accent5"/>
                </a:solidFill>
                <a:latin typeface="+mn-lt"/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GB" dirty="0"/>
              <a:t>First level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9052560" y="266700"/>
            <a:ext cx="2857501" cy="6438900"/>
          </a:xfrm>
        </p:spPr>
        <p:txBody>
          <a:bodyPr/>
          <a:lstStyle>
            <a:lvl1pPr marL="0" indent="0">
              <a:defRPr sz="2800" b="1">
                <a:solidFill>
                  <a:schemeClr val="accent6"/>
                </a:solidFill>
                <a:latin typeface="+mn-lt"/>
              </a:defRPr>
            </a:lvl1pPr>
            <a:lvl2pPr marL="0" indent="0">
              <a:lnSpc>
                <a:spcPct val="90000"/>
              </a:lnSpc>
              <a:spcAft>
                <a:spcPts val="0"/>
              </a:spcAft>
              <a:defRPr sz="2200">
                <a:solidFill>
                  <a:schemeClr val="bg1"/>
                </a:solidFill>
                <a:latin typeface="+mn-lt"/>
              </a:defRPr>
            </a:lvl2pPr>
            <a:lvl3pPr marL="0" indent="0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  <a:latin typeface="+mn-lt"/>
              </a:defRPr>
            </a:lvl3pPr>
            <a:lvl4pPr marL="0" indent="0">
              <a:lnSpc>
                <a:spcPct val="90000"/>
              </a:lnSpc>
              <a:spcBef>
                <a:spcPts val="1200"/>
              </a:spcBef>
              <a:buNone/>
              <a:defRPr sz="1400">
                <a:solidFill>
                  <a:schemeClr val="bg1"/>
                </a:solidFill>
                <a:latin typeface="+mn-lt"/>
              </a:defRPr>
            </a:lvl4pPr>
            <a:lvl5pPr marL="0" indent="0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5pPr>
            <a:lvl6pPr marL="344479" indent="-173034">
              <a:buFont typeface="Graphik" panose="020B0503030202060203" pitchFamily="34" charset="0"/>
              <a:buChar char="–"/>
              <a:defRPr sz="1600">
                <a:solidFill>
                  <a:schemeClr val="bg1"/>
                </a:solidFill>
              </a:defRPr>
            </a:lvl6pPr>
            <a:lvl7pPr marL="0" indent="0">
              <a:defRPr sz="1400" b="1">
                <a:solidFill>
                  <a:schemeClr val="bg1"/>
                </a:solidFill>
                <a:latin typeface="+mj-lt"/>
              </a:defRPr>
            </a:lvl7pPr>
            <a:lvl8pPr marL="0" indent="0">
              <a:defRPr sz="1400" baseline="0">
                <a:solidFill>
                  <a:schemeClr val="bg1"/>
                </a:solidFill>
                <a:latin typeface="+mn-lt"/>
              </a:defRPr>
            </a:lvl8pPr>
            <a:lvl9pPr marL="0" indent="0">
              <a:lnSpc>
                <a:spcPct val="100000"/>
              </a:lnSpc>
              <a:spcAft>
                <a:spcPts val="800"/>
              </a:spcAft>
              <a:defRPr sz="140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en-GB" dirty="0"/>
              <a:t>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22567420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sz="quarter" idx="18"/>
          </p:nvPr>
        </p:nvSpPr>
        <p:spPr>
          <a:xfrm>
            <a:off x="381001" y="1828802"/>
            <a:ext cx="8572500" cy="4689475"/>
          </a:xfrm>
        </p:spPr>
        <p:txBody>
          <a:bodyPr/>
          <a:lstStyle>
            <a:lvl3pPr marL="514338" indent="-230182">
              <a:buFont typeface="Graphik" panose="020B0503030202060203" pitchFamily="34" charset="0"/>
              <a:buChar char="–"/>
              <a:defRPr/>
            </a:lvl3pPr>
            <a:lvl5pPr marL="857229" indent="-177796">
              <a:buFont typeface="Graphik" panose="020B0503030202060203" pitchFamily="34" charset="0"/>
              <a:buChar char="–"/>
              <a:defRPr/>
            </a:lvl5pPr>
          </a:lstStyle>
          <a:p>
            <a:pPr lvl="0"/>
            <a:r>
              <a:rPr lang="en-GB" dirty="0"/>
              <a:t>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Click to edit Master title style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GB" dirty="0"/>
              <a:t>Copyright © 2019 Accenture. All rights reserved.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4F9AC08D-23A9-440E-BCB9-AA1E9877CC38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939197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hort Title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6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 dirty="0"/>
              <a:t>Copyright © 2019 Accenture. All rights reserved.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F9AC08D-23A9-440E-BCB9-AA1E9877CC3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8"/>
          </p:nvPr>
        </p:nvSpPr>
        <p:spPr>
          <a:xfrm>
            <a:off x="381000" y="1828802"/>
            <a:ext cx="5715000" cy="468947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spcAft>
                <a:spcPts val="1200"/>
              </a:spcAft>
              <a:defRPr sz="2000"/>
            </a:lvl2pPr>
            <a:lvl3pPr marL="514338" indent="-230182">
              <a:buFont typeface="Graphik" panose="020B0503030202060203" pitchFamily="34" charset="0"/>
              <a:buChar char="–"/>
              <a:defRPr sz="1600"/>
            </a:lvl3pPr>
            <a:lvl5pPr marL="857229" indent="-177796">
              <a:buFont typeface="Graphik" panose="020B0503030202060203" pitchFamily="34" charset="0"/>
              <a:buChar char="–"/>
              <a:defRPr/>
            </a:lvl5pPr>
          </a:lstStyle>
          <a:p>
            <a:pPr lvl="0"/>
            <a:r>
              <a:rPr lang="en-GB" dirty="0"/>
              <a:t>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>
          <a:xfrm>
            <a:off x="381000" y="380999"/>
            <a:ext cx="5715000" cy="990601"/>
          </a:xfrm>
        </p:spPr>
        <p:txBody>
          <a:bodyPr/>
          <a:lstStyle/>
          <a:p>
            <a:r>
              <a:rPr lang="en-GB" dirty="0"/>
              <a:t>Click to edit Master title style</a:t>
            </a:r>
          </a:p>
        </p:txBody>
      </p:sp>
      <p:sp>
        <p:nvSpPr>
          <p:cNvPr id="8" name="Content Placeholder 5"/>
          <p:cNvSpPr>
            <a:spLocks noGrp="1"/>
          </p:cNvSpPr>
          <p:nvPr>
            <p:ph sz="quarter" idx="19"/>
          </p:nvPr>
        </p:nvSpPr>
        <p:spPr>
          <a:xfrm>
            <a:off x="6096000" y="1828802"/>
            <a:ext cx="5715000" cy="468947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spcAft>
                <a:spcPts val="1200"/>
              </a:spcAft>
              <a:defRPr sz="2000"/>
            </a:lvl2pPr>
            <a:lvl3pPr marL="514338" indent="-230182">
              <a:buFont typeface="Graphik" panose="020B0503030202060203" pitchFamily="34" charset="0"/>
              <a:buChar char="–"/>
              <a:defRPr sz="1600"/>
            </a:lvl3pPr>
            <a:lvl5pPr marL="857229" indent="-177796">
              <a:buFont typeface="Graphik" panose="020B0503030202060203" pitchFamily="34" charset="0"/>
              <a:buChar char="–"/>
              <a:defRPr/>
            </a:lvl5pPr>
          </a:lstStyle>
          <a:p>
            <a:pPr lvl="0"/>
            <a:r>
              <a:rPr lang="en-GB" dirty="0"/>
              <a:t>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8859166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6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 dirty="0"/>
              <a:t>Copyright © 2019 Accenture. All rights reserved.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F9AC08D-23A9-440E-BCB9-AA1E9877CC3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8"/>
          </p:nvPr>
        </p:nvSpPr>
        <p:spPr>
          <a:xfrm>
            <a:off x="381000" y="1828802"/>
            <a:ext cx="5715000" cy="468947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spcAft>
                <a:spcPts val="1200"/>
              </a:spcAft>
              <a:defRPr sz="2000"/>
            </a:lvl2pPr>
            <a:lvl3pPr marL="514338" indent="-230182">
              <a:buFont typeface="Graphik" panose="020B0503030202060203" pitchFamily="34" charset="0"/>
              <a:buChar char="–"/>
              <a:defRPr sz="1600"/>
            </a:lvl3pPr>
            <a:lvl5pPr marL="857229" indent="-177796">
              <a:buFont typeface="Graphik" panose="020B0503030202060203" pitchFamily="34" charset="0"/>
              <a:buChar char="–"/>
              <a:defRPr/>
            </a:lvl5pPr>
          </a:lstStyle>
          <a:p>
            <a:pPr lvl="0"/>
            <a:r>
              <a:rPr lang="en-GB" dirty="0"/>
              <a:t>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>
          <a:xfrm>
            <a:off x="381000" y="380999"/>
            <a:ext cx="11430000" cy="990601"/>
          </a:xfrm>
        </p:spPr>
        <p:txBody>
          <a:bodyPr/>
          <a:lstStyle/>
          <a:p>
            <a:r>
              <a:rPr lang="en-GB" dirty="0"/>
              <a:t>Click to edit Master title style</a:t>
            </a:r>
          </a:p>
        </p:txBody>
      </p:sp>
      <p:sp>
        <p:nvSpPr>
          <p:cNvPr id="8" name="Content Placeholder 5"/>
          <p:cNvSpPr>
            <a:spLocks noGrp="1"/>
          </p:cNvSpPr>
          <p:nvPr>
            <p:ph sz="quarter" idx="19"/>
          </p:nvPr>
        </p:nvSpPr>
        <p:spPr>
          <a:xfrm>
            <a:off x="6096000" y="1828802"/>
            <a:ext cx="5715000" cy="468947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spcAft>
                <a:spcPts val="1200"/>
              </a:spcAft>
              <a:defRPr sz="2000"/>
            </a:lvl2pPr>
            <a:lvl3pPr marL="514338" indent="-230182">
              <a:buFont typeface="Graphik" panose="020B0503030202060203" pitchFamily="34" charset="0"/>
              <a:buChar char="–"/>
              <a:defRPr sz="1600"/>
            </a:lvl3pPr>
            <a:lvl5pPr marL="857229" indent="-177796">
              <a:buFont typeface="Graphik" panose="020B0503030202060203" pitchFamily="34" charset="0"/>
              <a:buChar char="–"/>
              <a:defRPr/>
            </a:lvl5pPr>
          </a:lstStyle>
          <a:p>
            <a:pPr lvl="0"/>
            <a:r>
              <a:rPr lang="en-GB" dirty="0"/>
              <a:t>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2713795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Titles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7"/>
          <p:cNvSpPr>
            <a:spLocks noGrp="1"/>
          </p:cNvSpPr>
          <p:nvPr>
            <p:ph type="body" sz="quarter" idx="14" hasCustomPrompt="1"/>
          </p:nvPr>
        </p:nvSpPr>
        <p:spPr>
          <a:xfrm>
            <a:off x="6096001" y="284723"/>
            <a:ext cx="5715000" cy="1086879"/>
          </a:xfrm>
        </p:spPr>
        <p:txBody>
          <a:bodyPr/>
          <a:lstStyle>
            <a:lvl1pPr marL="0" indent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defRPr sz="1600" b="1" cap="all" baseline="0"/>
            </a:lvl1pPr>
            <a:lvl2pPr marL="0" indent="0">
              <a:lnSpc>
                <a:spcPct val="76000"/>
              </a:lnSpc>
              <a:spcBef>
                <a:spcPts val="0"/>
              </a:spcBef>
              <a:spcAft>
                <a:spcPts val="0"/>
              </a:spcAft>
              <a:buNone/>
              <a:defRPr sz="2600" b="1" cap="all" baseline="0">
                <a:latin typeface="+mj-lt"/>
              </a:defRPr>
            </a:lvl2pPr>
            <a:lvl3pPr>
              <a:lnSpc>
                <a:spcPct val="75000"/>
              </a:lnSpc>
              <a:spcAft>
                <a:spcPts val="0"/>
              </a:spcAft>
              <a:defRPr sz="2400" cap="all" baseline="0">
                <a:latin typeface="+mj-lt"/>
              </a:defRPr>
            </a:lvl3pPr>
          </a:lstStyle>
          <a:p>
            <a:pPr lvl="0"/>
            <a:r>
              <a:rPr lang="en-GB" dirty="0"/>
              <a:t>First subtitle</a:t>
            </a:r>
          </a:p>
          <a:p>
            <a:pPr lvl="1"/>
            <a:r>
              <a:rPr lang="en-GB" dirty="0"/>
              <a:t>Second SUBTITLE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 dirty="0"/>
              <a:t>Copyright © 2019 Accenture. All rights reserved.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F9AC08D-23A9-440E-BCB9-AA1E9877CC3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81001" y="380999"/>
            <a:ext cx="5715001" cy="990601"/>
          </a:xfrm>
        </p:spPr>
        <p:txBody>
          <a:bodyPr/>
          <a:lstStyle/>
          <a:p>
            <a:r>
              <a:rPr lang="en-GB" dirty="0"/>
              <a:t>Click to edit Master title style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8"/>
          </p:nvPr>
        </p:nvSpPr>
        <p:spPr>
          <a:xfrm>
            <a:off x="381001" y="1828802"/>
            <a:ext cx="8572500" cy="4689475"/>
          </a:xfrm>
        </p:spPr>
        <p:txBody>
          <a:bodyPr/>
          <a:lstStyle>
            <a:lvl3pPr marL="514338" indent="-230182">
              <a:buFont typeface="Graphik" panose="020B0503030202060203" pitchFamily="34" charset="0"/>
              <a:buChar char="–"/>
              <a:defRPr/>
            </a:lvl3pPr>
            <a:lvl5pPr marL="857229" indent="-177796">
              <a:buFont typeface="Graphik" panose="020B0503030202060203" pitchFamily="34" charset="0"/>
              <a:buChar char="–"/>
              <a:defRPr/>
            </a:lvl5pPr>
          </a:lstStyle>
          <a:p>
            <a:pPr lvl="0"/>
            <a:r>
              <a:rPr lang="en-GB" dirty="0"/>
              <a:t>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2987423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Titles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7"/>
          <p:cNvSpPr>
            <a:spLocks noGrp="1"/>
          </p:cNvSpPr>
          <p:nvPr>
            <p:ph type="body" sz="quarter" idx="14" hasCustomPrompt="1"/>
          </p:nvPr>
        </p:nvSpPr>
        <p:spPr>
          <a:xfrm>
            <a:off x="6096001" y="284723"/>
            <a:ext cx="5715000" cy="1086879"/>
          </a:xfrm>
        </p:spPr>
        <p:txBody>
          <a:bodyPr/>
          <a:lstStyle>
            <a:lvl1pPr marL="0" indent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defRPr sz="1600" b="1" cap="all" baseline="0"/>
            </a:lvl1pPr>
            <a:lvl2pPr marL="0" indent="0">
              <a:lnSpc>
                <a:spcPct val="76000"/>
              </a:lnSpc>
              <a:spcBef>
                <a:spcPts val="0"/>
              </a:spcBef>
              <a:spcAft>
                <a:spcPts val="0"/>
              </a:spcAft>
              <a:buNone/>
              <a:defRPr sz="2600" b="1" cap="all" baseline="0">
                <a:latin typeface="+mj-lt"/>
              </a:defRPr>
            </a:lvl2pPr>
            <a:lvl3pPr>
              <a:lnSpc>
                <a:spcPct val="75000"/>
              </a:lnSpc>
              <a:spcAft>
                <a:spcPts val="0"/>
              </a:spcAft>
              <a:defRPr sz="2400" cap="all" baseline="0">
                <a:latin typeface="+mj-lt"/>
              </a:defRPr>
            </a:lvl3pPr>
          </a:lstStyle>
          <a:p>
            <a:pPr lvl="0"/>
            <a:r>
              <a:rPr lang="en-GB" dirty="0"/>
              <a:t>First subtitle</a:t>
            </a:r>
          </a:p>
          <a:p>
            <a:pPr lvl="1"/>
            <a:r>
              <a:rPr lang="en-GB" dirty="0"/>
              <a:t>Second SUBTITLE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 dirty="0"/>
              <a:t>Copyright © 2019 Accenture. All rights reserved.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F9AC08D-23A9-440E-BCB9-AA1E9877CC3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81001" y="380999"/>
            <a:ext cx="5715001" cy="990601"/>
          </a:xfrm>
        </p:spPr>
        <p:txBody>
          <a:bodyPr/>
          <a:lstStyle/>
          <a:p>
            <a:r>
              <a:rPr lang="en-GB" dirty="0"/>
              <a:t>Click to edit Master title style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8"/>
          </p:nvPr>
        </p:nvSpPr>
        <p:spPr>
          <a:xfrm>
            <a:off x="381001" y="1828802"/>
            <a:ext cx="5715000" cy="4689475"/>
          </a:xfrm>
        </p:spPr>
        <p:txBody>
          <a:bodyPr/>
          <a:lstStyle>
            <a:lvl3pPr marL="514338" indent="-230182">
              <a:buFont typeface="Graphik" panose="020B0503030202060203" pitchFamily="34" charset="0"/>
              <a:buChar char="–"/>
              <a:defRPr/>
            </a:lvl3pPr>
            <a:lvl5pPr marL="857229" indent="-177796">
              <a:buFont typeface="Graphik" panose="020B0503030202060203" pitchFamily="34" charset="0"/>
              <a:buChar char="–"/>
              <a:defRPr/>
            </a:lvl5pPr>
          </a:lstStyle>
          <a:p>
            <a:pPr lvl="0"/>
            <a:r>
              <a:rPr lang="en-GB" dirty="0"/>
              <a:t>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</p:txBody>
      </p:sp>
      <p:sp>
        <p:nvSpPr>
          <p:cNvPr id="8" name="Content Placeholder 11"/>
          <p:cNvSpPr>
            <a:spLocks noGrp="1"/>
          </p:cNvSpPr>
          <p:nvPr>
            <p:ph sz="quarter" idx="19"/>
          </p:nvPr>
        </p:nvSpPr>
        <p:spPr>
          <a:xfrm>
            <a:off x="6103621" y="1828804"/>
            <a:ext cx="5715000" cy="4689475"/>
          </a:xfrm>
        </p:spPr>
        <p:txBody>
          <a:bodyPr/>
          <a:lstStyle>
            <a:lvl3pPr marL="514338" indent="-230182">
              <a:buFont typeface="Graphik" panose="020B0503030202060203" pitchFamily="34" charset="0"/>
              <a:buChar char="–"/>
              <a:defRPr/>
            </a:lvl3pPr>
            <a:lvl5pPr marL="857229" indent="-177796">
              <a:buFont typeface="Graphik" panose="020B0503030202060203" pitchFamily="34" charset="0"/>
              <a:buChar char="–"/>
              <a:defRPr/>
            </a:lvl5pPr>
          </a:lstStyle>
          <a:p>
            <a:pPr lvl="0"/>
            <a:r>
              <a:rPr lang="en-GB" dirty="0"/>
              <a:t>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0339980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6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 dirty="0"/>
              <a:t>Copyright © 2019 Accenture. All rights reserved.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F9AC08D-23A9-440E-BCB9-AA1E9877CC3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0832808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ooters Only: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Copyright © 2019 Accenture. All rights reserved.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AC08D-23A9-440E-BCB9-AA1E9877CC38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087433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Key Points 3.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9C2BB8-EACF-49BB-8D2E-C426DB2D02DA}"/>
              </a:ext>
            </a:extLst>
          </p:cNvPr>
          <p:cNvSpPr/>
          <p:nvPr userDrawn="1"/>
        </p:nvSpPr>
        <p:spPr>
          <a:xfrm>
            <a:off x="6056157" y="0"/>
            <a:ext cx="6135843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 b="0" i="0" dirty="0">
              <a:latin typeface="Graphik Regular" panose="020B0503030202060203" pitchFamily="34" charset="77"/>
            </a:endParaRP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D64941FA-ED2C-F84D-A9E9-EA53A871390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25171" y="2194955"/>
            <a:ext cx="5031165" cy="393609"/>
          </a:xfrm>
        </p:spPr>
        <p:txBody>
          <a:bodyPr vert="horz" lIns="0" tIns="0" rIns="0" bIns="0" rtlCol="0" anchor="b">
            <a:noAutofit/>
          </a:bodyPr>
          <a:lstStyle>
            <a:lvl1pPr>
              <a:defRPr lang="en-GB" sz="2400" b="1" kern="1200" cap="none" baseline="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>
              <a:lnSpc>
                <a:spcPct val="80000"/>
              </a:lnSpc>
              <a:spcBef>
                <a:spcPts val="0"/>
              </a:spcBef>
            </a:pPr>
            <a:r>
              <a:rPr lang="en-GB" dirty="0"/>
              <a:t>ONE OR TWO LINES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85025E8E-511D-2346-B834-FC277EB3934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25171" y="2687595"/>
            <a:ext cx="5031165" cy="3136477"/>
          </a:xfrm>
        </p:spPr>
        <p:txBody>
          <a:bodyPr vert="horz" lIns="0" tIns="91440" rIns="0" bIns="45720" rtlCol="0">
            <a:normAutofit/>
          </a:bodyPr>
          <a:lstStyle>
            <a:lvl1pPr>
              <a:defRPr lang="en-GB" sz="2400" smtClean="0"/>
            </a:lvl1pPr>
            <a:lvl2pPr>
              <a:defRPr lang="en-GB" sz="2000" smtClean="0"/>
            </a:lvl2pPr>
            <a:lvl3pPr>
              <a:defRPr lang="en-GB" sz="1600" smtClean="0"/>
            </a:lvl3pPr>
            <a:lvl4pPr>
              <a:defRPr lang="en-GB" smtClean="0"/>
            </a:lvl4pPr>
            <a:lvl5pPr>
              <a:defRPr lang="en-GB" dirty="0"/>
            </a:lvl5pPr>
          </a:lstStyle>
          <a:p>
            <a:pPr lvl="0"/>
            <a:r>
              <a:rPr lang="en-GB" dirty="0"/>
              <a:t>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E24D591B-48A7-804B-A53C-C22226F2658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801920" y="2687595"/>
            <a:ext cx="5031165" cy="3136477"/>
          </a:xfrm>
        </p:spPr>
        <p:txBody>
          <a:bodyPr vert="horz" lIns="0" tIns="91440" rIns="0" bIns="45720" rtlCol="0">
            <a:normAutofit/>
          </a:bodyPr>
          <a:lstStyle>
            <a:lvl1pPr>
              <a:defRPr lang="en-GB" sz="2400" smtClean="0"/>
            </a:lvl1pPr>
            <a:lvl2pPr>
              <a:defRPr lang="en-GB" sz="2000" smtClean="0"/>
            </a:lvl2pPr>
            <a:lvl3pPr>
              <a:defRPr lang="en-GB" sz="1600" smtClean="0"/>
            </a:lvl3pPr>
            <a:lvl4pPr>
              <a:defRPr lang="en-GB" smtClean="0"/>
            </a:lvl4pPr>
            <a:lvl5pPr>
              <a:defRPr lang="en-GB" dirty="0"/>
            </a:lvl5pPr>
          </a:lstStyle>
          <a:p>
            <a:pPr lvl="0"/>
            <a:r>
              <a:rPr lang="en-GB" dirty="0"/>
              <a:t>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E01325CA-6A50-3646-8088-C3C2BDC75F3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801920" y="2194955"/>
            <a:ext cx="5031165" cy="393609"/>
          </a:xfrm>
        </p:spPr>
        <p:txBody>
          <a:bodyPr vert="horz" lIns="0" tIns="0" rIns="0" bIns="0" rtlCol="0" anchor="b">
            <a:noAutofit/>
          </a:bodyPr>
          <a:lstStyle>
            <a:lvl1pPr>
              <a:defRPr lang="en-GB" sz="2400" b="1" kern="1200" cap="none" baseline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>
              <a:lnSpc>
                <a:spcPct val="80000"/>
              </a:lnSpc>
              <a:spcBef>
                <a:spcPts val="0"/>
              </a:spcBef>
            </a:pPr>
            <a:r>
              <a:rPr lang="en-GB" dirty="0"/>
              <a:t>ONE OR TWO LINES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AE63AE5C-7769-0445-A23E-A4FB1CE741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5171" y="296863"/>
            <a:ext cx="5162831" cy="1501938"/>
          </a:xfrm>
        </p:spPr>
        <p:txBody>
          <a:bodyPr vert="horz" lIns="0" tIns="45720" rIns="0" bIns="0" rtlCol="0" anchor="t" anchorCtr="0">
            <a:normAutofit/>
          </a:bodyPr>
          <a:lstStyle>
            <a:lvl1pPr>
              <a:defRPr lang="en-GB" dirty="0"/>
            </a:lvl1pPr>
          </a:lstStyle>
          <a:p>
            <a:pPr lvl="0"/>
            <a:r>
              <a:rPr lang="en-GB" dirty="0"/>
              <a:t>INSERT MAIN TITLE </a:t>
            </a:r>
            <a:br>
              <a:rPr lang="en-GB" dirty="0"/>
            </a:br>
            <a:r>
              <a:rPr lang="en-GB" dirty="0"/>
              <a:t>AT 36PT MIN 30PT</a:t>
            </a:r>
          </a:p>
        </p:txBody>
      </p:sp>
      <p:sp>
        <p:nvSpPr>
          <p:cNvPr id="11" name="Footer Placeholder 5">
            <a:extLst>
              <a:ext uri="{FF2B5EF4-FFF2-40B4-BE49-F238E27FC236}">
                <a16:creationId xmlns:a16="http://schemas.microsoft.com/office/drawing/2014/main" id="{AB3F9723-A1BF-46C0-A3DE-4F5C25BD6C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1002" y="6519009"/>
            <a:ext cx="5714999" cy="206375"/>
          </a:xfrm>
        </p:spPr>
        <p:txBody>
          <a:bodyPr/>
          <a:lstStyle/>
          <a:p>
            <a:r>
              <a:rPr lang="en-GB" dirty="0"/>
              <a:t>Copyright © 2019 Accenture. All rights reserved.</a:t>
            </a:r>
          </a:p>
        </p:txBody>
      </p:sp>
      <p:sp>
        <p:nvSpPr>
          <p:cNvPr id="16" name="Slide Number Placeholder 6">
            <a:extLst>
              <a:ext uri="{FF2B5EF4-FFF2-40B4-BE49-F238E27FC236}">
                <a16:creationId xmlns:a16="http://schemas.microsoft.com/office/drawing/2014/main" id="{854D55EE-94F8-4350-A413-6965AB9D2E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202" y="6519009"/>
            <a:ext cx="304799" cy="206375"/>
          </a:xfrm>
        </p:spPr>
        <p:txBody>
          <a:bodyPr/>
          <a:lstStyle/>
          <a:p>
            <a:fld id="{4F9AC08D-23A9-440E-BCB9-AA1E9877CC38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819146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Key Points 3.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9C2BB8-EACF-49BB-8D2E-C426DB2D02DA}"/>
              </a:ext>
            </a:extLst>
          </p:cNvPr>
          <p:cNvSpPr/>
          <p:nvPr userDrawn="1"/>
        </p:nvSpPr>
        <p:spPr>
          <a:xfrm>
            <a:off x="0" y="0"/>
            <a:ext cx="6135843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 b="0" i="0" dirty="0">
              <a:latin typeface="Graphik Regular" panose="020B0503030202060203" pitchFamily="34" charset="77"/>
            </a:endParaRP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D64941FA-ED2C-F84D-A9E9-EA53A871390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25171" y="2194955"/>
            <a:ext cx="5031165" cy="393609"/>
          </a:xfrm>
        </p:spPr>
        <p:txBody>
          <a:bodyPr vert="horz" lIns="0" tIns="0" rIns="0" bIns="0" rtlCol="0" anchor="b">
            <a:noAutofit/>
          </a:bodyPr>
          <a:lstStyle>
            <a:lvl1pPr>
              <a:defRPr lang="en-GB" sz="2400" b="1" kern="1200" cap="none" baseline="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>
              <a:lnSpc>
                <a:spcPct val="80000"/>
              </a:lnSpc>
              <a:spcBef>
                <a:spcPts val="0"/>
              </a:spcBef>
            </a:pPr>
            <a:r>
              <a:rPr lang="en-GB" dirty="0"/>
              <a:t>ONE OR TWO LINES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85025E8E-511D-2346-B834-FC277EB3934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25171" y="2687595"/>
            <a:ext cx="5031165" cy="3136477"/>
          </a:xfrm>
        </p:spPr>
        <p:txBody>
          <a:bodyPr vert="horz" lIns="0" tIns="91440" rIns="0" bIns="45720" rtlCol="0">
            <a:normAutofit/>
          </a:bodyPr>
          <a:lstStyle>
            <a:lvl1pPr>
              <a:defRPr lang="en-GB" sz="2400" smtClean="0"/>
            </a:lvl1pPr>
            <a:lvl2pPr>
              <a:defRPr lang="en-GB" sz="2000" smtClean="0"/>
            </a:lvl2pPr>
            <a:lvl3pPr>
              <a:defRPr lang="en-GB" sz="1600" smtClean="0"/>
            </a:lvl3pPr>
            <a:lvl4pPr>
              <a:defRPr lang="en-GB" smtClean="0"/>
            </a:lvl4pPr>
            <a:lvl5pPr>
              <a:defRPr lang="en-GB" dirty="0"/>
            </a:lvl5pPr>
          </a:lstStyle>
          <a:p>
            <a:pPr lvl="0"/>
            <a:r>
              <a:rPr lang="en-GB" dirty="0"/>
              <a:t>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E24D591B-48A7-804B-A53C-C22226F2658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801920" y="2687595"/>
            <a:ext cx="5031165" cy="3136477"/>
          </a:xfrm>
        </p:spPr>
        <p:txBody>
          <a:bodyPr vert="horz" lIns="0" tIns="91440" rIns="0" bIns="45720" rtlCol="0">
            <a:normAutofit/>
          </a:bodyPr>
          <a:lstStyle>
            <a:lvl1pPr>
              <a:defRPr lang="en-GB" sz="2400" smtClean="0"/>
            </a:lvl1pPr>
            <a:lvl2pPr>
              <a:defRPr lang="en-GB" sz="2000" smtClean="0"/>
            </a:lvl2pPr>
            <a:lvl3pPr>
              <a:defRPr lang="en-GB" sz="1600" smtClean="0"/>
            </a:lvl3pPr>
            <a:lvl4pPr>
              <a:defRPr lang="en-GB" smtClean="0"/>
            </a:lvl4pPr>
            <a:lvl5pPr>
              <a:defRPr lang="en-GB" dirty="0"/>
            </a:lvl5pPr>
          </a:lstStyle>
          <a:p>
            <a:pPr lvl="0"/>
            <a:r>
              <a:rPr lang="en-GB" dirty="0"/>
              <a:t>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E01325CA-6A50-3646-8088-C3C2BDC75F3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801920" y="2194955"/>
            <a:ext cx="5031165" cy="393609"/>
          </a:xfrm>
        </p:spPr>
        <p:txBody>
          <a:bodyPr vert="horz" lIns="0" tIns="0" rIns="0" bIns="0" rtlCol="0" anchor="b">
            <a:noAutofit/>
          </a:bodyPr>
          <a:lstStyle>
            <a:lvl1pPr>
              <a:defRPr lang="en-GB" sz="2400" b="1" kern="1200" cap="none" baseline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>
              <a:lnSpc>
                <a:spcPct val="80000"/>
              </a:lnSpc>
              <a:spcBef>
                <a:spcPts val="0"/>
              </a:spcBef>
            </a:pPr>
            <a:r>
              <a:rPr lang="en-GB" dirty="0"/>
              <a:t>ONE OR TWO LINES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AE63AE5C-7769-0445-A23E-A4FB1CE741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5171" y="296863"/>
            <a:ext cx="5162831" cy="1501938"/>
          </a:xfrm>
        </p:spPr>
        <p:txBody>
          <a:bodyPr vert="horz" lIns="0" tIns="45720" rIns="0" bIns="0" rtlCol="0" anchor="t" anchorCtr="0">
            <a:normAutofit/>
          </a:bodyPr>
          <a:lstStyle>
            <a:lvl1pPr>
              <a:defRPr lang="en-GB" dirty="0"/>
            </a:lvl1pPr>
          </a:lstStyle>
          <a:p>
            <a:pPr lvl="0"/>
            <a:r>
              <a:rPr lang="en-GB" dirty="0"/>
              <a:t>INSERT MAIN TITLE </a:t>
            </a:r>
            <a:br>
              <a:rPr lang="en-GB" dirty="0"/>
            </a:br>
            <a:r>
              <a:rPr lang="en-GB" dirty="0"/>
              <a:t>AT 36PT MIN 30PT</a:t>
            </a:r>
          </a:p>
        </p:txBody>
      </p:sp>
      <p:sp>
        <p:nvSpPr>
          <p:cNvPr id="11" name="Footer Placeholder 5">
            <a:extLst>
              <a:ext uri="{FF2B5EF4-FFF2-40B4-BE49-F238E27FC236}">
                <a16:creationId xmlns:a16="http://schemas.microsoft.com/office/drawing/2014/main" id="{AB3F9723-A1BF-46C0-A3DE-4F5C25BD6C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1002" y="6519009"/>
            <a:ext cx="5714999" cy="206375"/>
          </a:xfrm>
        </p:spPr>
        <p:txBody>
          <a:bodyPr/>
          <a:lstStyle/>
          <a:p>
            <a:r>
              <a:rPr lang="en-GB" dirty="0"/>
              <a:t>Copyright © 2019 Accenture. All rights reserved.</a:t>
            </a:r>
          </a:p>
        </p:txBody>
      </p:sp>
      <p:sp>
        <p:nvSpPr>
          <p:cNvPr id="16" name="Slide Number Placeholder 6">
            <a:extLst>
              <a:ext uri="{FF2B5EF4-FFF2-40B4-BE49-F238E27FC236}">
                <a16:creationId xmlns:a16="http://schemas.microsoft.com/office/drawing/2014/main" id="{854D55EE-94F8-4350-A413-6965AB9D2E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202" y="6519009"/>
            <a:ext cx="304799" cy="206375"/>
          </a:xfrm>
        </p:spPr>
        <p:txBody>
          <a:bodyPr/>
          <a:lstStyle/>
          <a:p>
            <a:fld id="{4F9AC08D-23A9-440E-BCB9-AA1E9877CC38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5276300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ooters Only: Dark">
    <p:bg>
      <p:bgPr>
        <a:gradFill>
          <a:gsLst>
            <a:gs pos="0">
              <a:srgbClr val="000088"/>
            </a:gs>
            <a:gs pos="93000">
              <a:schemeClr val="accent1"/>
            </a:gs>
          </a:gsLst>
          <a:lin ang="1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Copyright © 2019 Accenture. All rights reserved.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F9AC08D-23A9-440E-BCB9-AA1E9877CC38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0996645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>
          <a:xfrm>
            <a:off x="345018" y="332078"/>
            <a:ext cx="11510433" cy="776139"/>
          </a:xfrm>
        </p:spPr>
        <p:txBody>
          <a:bodyPr/>
          <a:lstStyle>
            <a:lvl1pPr>
              <a:defRPr sz="2799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Click to edit </a:t>
            </a:r>
            <a:br>
              <a:rPr lang="en-GB" dirty="0"/>
            </a:br>
            <a:r>
              <a:rPr lang="en-GB" dirty="0"/>
              <a:t>Master title </a:t>
            </a:r>
            <a:br>
              <a:rPr lang="en-GB" dirty="0"/>
            </a:br>
            <a:r>
              <a:rPr lang="en-GB" dirty="0"/>
              <a:t>style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345017" y="1763715"/>
            <a:ext cx="10027707" cy="4294187"/>
          </a:xfrm>
        </p:spPr>
        <p:txBody>
          <a:bodyPr vert="horz" lIns="0" tIns="0" rIns="0" bIns="0" rtlCol="0">
            <a:noAutofit/>
          </a:bodyPr>
          <a:lstStyle>
            <a:lvl1pPr>
              <a:defRPr lang="en-US" sz="1799" dirty="0" smtClean="0"/>
            </a:lvl1pPr>
            <a:lvl2pPr marL="182820">
              <a:defRPr lang="en-US" sz="1799" dirty="0" smtClean="0"/>
            </a:lvl2pPr>
            <a:lvl3pPr marL="365641">
              <a:defRPr lang="en-US" sz="1799" dirty="0" smtClean="0"/>
            </a:lvl3pPr>
            <a:lvl4pPr>
              <a:defRPr lang="en-US" sz="1799" dirty="0" smtClean="0"/>
            </a:lvl4pPr>
            <a:lvl5pPr>
              <a:defRPr lang="en-US" sz="1799" dirty="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68395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3" Type="http://schemas.openxmlformats.org/officeDocument/2006/relationships/slideLayout" Target="../slideLayouts/slideLayout6.xml"/><Relationship Id="rId7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4.xml"/><Relationship Id="rId5" Type="http://schemas.openxmlformats.org/officeDocument/2006/relationships/slideLayout" Target="../slideLayouts/slideLayout8.xml"/><Relationship Id="rId10" Type="http://schemas.openxmlformats.org/officeDocument/2006/relationships/slideLayout" Target="../slideLayouts/slideLayout13.xml"/><Relationship Id="rId4" Type="http://schemas.openxmlformats.org/officeDocument/2006/relationships/slideLayout" Target="../slideLayouts/slideLayout7.xml"/><Relationship Id="rId9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1000" y="381001"/>
            <a:ext cx="11430000" cy="1295401"/>
          </a:xfrm>
          <a:prstGeom prst="rect">
            <a:avLst/>
          </a:prstGeom>
        </p:spPr>
        <p:txBody>
          <a:bodyPr vert="horz" lIns="0" tIns="45720" rIns="0" bIns="0" rtlCol="0" anchor="t" anchorCtr="0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1828800"/>
            <a:ext cx="11430000" cy="4686300"/>
          </a:xfrm>
          <a:prstGeom prst="rect">
            <a:avLst/>
          </a:prstGeom>
        </p:spPr>
        <p:txBody>
          <a:bodyPr vert="horz" lIns="0" tIns="91440" rIns="0" bIns="45720" rtlCol="0">
            <a:normAutofit/>
          </a:bodyPr>
          <a:lstStyle/>
          <a:p>
            <a:pPr lvl="0"/>
            <a:r>
              <a:rPr lang="en-GB"/>
              <a:t>Edit Master text styles</a:t>
            </a:r>
          </a:p>
          <a:p>
            <a:pPr lvl="1"/>
            <a:r>
              <a:rPr lang="en-GB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2548208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hf hdr="0"/>
  <p:txStyles>
    <p:titleStyle>
      <a:lvl1pPr marL="0" indent="0" algn="l" defTabSz="914377" rtl="0" eaLnBrk="1" latinLnBrk="0" hangingPunct="1">
        <a:lnSpc>
          <a:spcPct val="70000"/>
        </a:lnSpc>
        <a:spcBef>
          <a:spcPct val="0"/>
        </a:spcBef>
        <a:buNone/>
        <a:defRPr sz="4000" b="1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377" rtl="0" eaLnBrk="1" latinLnBrk="0" hangingPunct="1">
        <a:lnSpc>
          <a:spcPct val="85000"/>
        </a:lnSpc>
        <a:spcBef>
          <a:spcPts val="0"/>
        </a:spcBef>
        <a:buFont typeface="Arial" panose="020B0604020202020204" pitchFamily="34" charset="0"/>
        <a:buNone/>
        <a:defRPr sz="1800" b="1" kern="1200" cap="all" baseline="0">
          <a:solidFill>
            <a:schemeClr val="tx1"/>
          </a:solidFill>
          <a:latin typeface="+mj-lt"/>
          <a:ea typeface="+mn-ea"/>
          <a:cs typeface="+mn-cs"/>
        </a:defRPr>
      </a:lvl1pPr>
      <a:lvl2pPr marL="0" indent="0" algn="l" defTabSz="914377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0" indent="0" algn="l" defTabSz="914377" rtl="0" eaLnBrk="1" latinLnBrk="0" hangingPunct="1">
        <a:lnSpc>
          <a:spcPct val="110000"/>
        </a:lnSpc>
        <a:spcBef>
          <a:spcPts val="0"/>
        </a:spcBef>
        <a:spcAft>
          <a:spcPts val="900"/>
        </a:spcAft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73034" indent="-169858" algn="l" defTabSz="914377" rtl="0" eaLnBrk="1" latinLnBrk="0" hangingPunct="1">
        <a:lnSpc>
          <a:spcPct val="110000"/>
        </a:lnSpc>
        <a:spcBef>
          <a:spcPts val="0"/>
        </a:spcBef>
        <a:spcAft>
          <a:spcPts val="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346066" indent="-177796" algn="l" defTabSz="914377" rtl="0" eaLnBrk="1" latinLnBrk="0" hangingPunct="1">
        <a:lnSpc>
          <a:spcPct val="110000"/>
        </a:lnSpc>
        <a:spcBef>
          <a:spcPts val="0"/>
        </a:spcBef>
        <a:spcAft>
          <a:spcPts val="0"/>
        </a:spcAft>
        <a:buFont typeface="Graphik" panose="020B0503030202060203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512750" indent="-17303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377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None/>
        <a:defRPr sz="1200" b="1" kern="1200" cap="all" baseline="0">
          <a:solidFill>
            <a:schemeClr val="tx1"/>
          </a:solidFill>
          <a:latin typeface="+mj-lt"/>
          <a:ea typeface="+mn-ea"/>
          <a:cs typeface="+mn-cs"/>
        </a:defRPr>
      </a:lvl7pPr>
      <a:lvl8pPr marL="0" indent="0" algn="l" defTabSz="914377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Font typeface="Arial" panose="020B0604020202020204" pitchFamily="34" charset="0"/>
        <a:buNone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224">
          <p15:clr>
            <a:srgbClr val="F26B43"/>
          </p15:clr>
        </p15:guide>
        <p15:guide id="2" pos="5640">
          <p15:clr>
            <a:srgbClr val="F26B43"/>
          </p15:clr>
        </p15:guide>
        <p15:guide id="4">
          <p15:clr>
            <a:srgbClr val="F26B43"/>
          </p15:clr>
        </p15:guide>
        <p15:guide id="5" orient="horz" pos="240">
          <p15:clr>
            <a:srgbClr val="F26B43"/>
          </p15:clr>
        </p15:guide>
        <p15:guide id="6" orient="horz">
          <p15:clr>
            <a:srgbClr val="F26B43"/>
          </p15:clr>
        </p15:guide>
        <p15:guide id="7" pos="7680">
          <p15:clr>
            <a:srgbClr val="F26B43"/>
          </p15:clr>
        </p15:guide>
        <p15:guide id="9" pos="240">
          <p15:clr>
            <a:srgbClr val="F26B43"/>
          </p15:clr>
        </p15:guide>
        <p15:guide id="10" orient="horz" pos="4224">
          <p15:clr>
            <a:srgbClr val="F26B43"/>
          </p15:clr>
        </p15:guide>
        <p15:guide id="11" pos="3840">
          <p15:clr>
            <a:srgbClr val="F26B43"/>
          </p15:clr>
        </p15:guide>
        <p15:guide id="13" pos="2040">
          <p15:clr>
            <a:srgbClr val="F26B43"/>
          </p15:clr>
        </p15:guide>
        <p15:guide id="14" pos="7440">
          <p15:clr>
            <a:srgbClr val="F26B43"/>
          </p15:clr>
        </p15:guide>
        <p15:guide id="15" orient="horz" pos="2232">
          <p15:clr>
            <a:srgbClr val="F26B43"/>
          </p15:clr>
        </p15:guide>
        <p15:guide id="16" orient="horz" pos="324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1000" y="380999"/>
            <a:ext cx="11430000" cy="990601"/>
          </a:xfrm>
          <a:prstGeom prst="rect">
            <a:avLst/>
          </a:prstGeom>
        </p:spPr>
        <p:txBody>
          <a:bodyPr vert="horz" lIns="0" tIns="45720" rIns="0" bIns="0" rtlCol="0" anchor="t" anchorCtr="0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1828800"/>
            <a:ext cx="11430000" cy="4686300"/>
          </a:xfrm>
          <a:prstGeom prst="rect">
            <a:avLst/>
          </a:prstGeom>
        </p:spPr>
        <p:txBody>
          <a:bodyPr vert="horz" lIns="0" tIns="91440" rIns="0" bIns="45720" rtlCol="0">
            <a:normAutofit/>
          </a:bodyPr>
          <a:lstStyle/>
          <a:p>
            <a:pPr lvl="0"/>
            <a:r>
              <a:rPr lang="en-GB"/>
              <a:t>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1002" y="6519009"/>
            <a:ext cx="5714999" cy="206375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100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r>
              <a:rPr lang="en-GB"/>
              <a:t>Copyright © 2019 Accenture. All rights reserved.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506202" y="6519009"/>
            <a:ext cx="304799" cy="206375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fld id="{4F9AC08D-23A9-440E-BCB9-AA1E9877CC38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078684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  <p:sldLayoutId id="2147483672" r:id="rId8"/>
    <p:sldLayoutId id="2147483673" r:id="rId9"/>
    <p:sldLayoutId id="2147483674" r:id="rId10"/>
    <p:sldLayoutId id="2147483676" r:id="rId11"/>
  </p:sldLayoutIdLst>
  <p:hf hdr="0"/>
  <p:txStyles>
    <p:titleStyle>
      <a:lvl1pPr marL="0" indent="0" algn="l" defTabSz="914377" rtl="0" eaLnBrk="1" latinLnBrk="0" hangingPunct="1">
        <a:lnSpc>
          <a:spcPct val="70000"/>
        </a:lnSpc>
        <a:spcBef>
          <a:spcPct val="0"/>
        </a:spcBef>
        <a:buNone/>
        <a:defRPr sz="4000" b="1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5561" indent="0" algn="l" defTabSz="914377" rtl="0" eaLnBrk="1" latinLnBrk="0" hangingPunct="1">
        <a:lnSpc>
          <a:spcPct val="85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2800" b="1" kern="1200" cap="none" baseline="0">
          <a:solidFill>
            <a:schemeClr val="tx1"/>
          </a:solidFill>
          <a:latin typeface="+mj-lt"/>
          <a:ea typeface="+mn-ea"/>
          <a:cs typeface="+mn-cs"/>
        </a:defRPr>
      </a:lvl1pPr>
      <a:lvl2pPr marL="285744" indent="-230182" algn="l" defTabSz="914377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514338" indent="-230182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Graphik" panose="020B0503030202060203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685783" indent="-171446" algn="l" defTabSz="914377" rtl="0" eaLnBrk="1" latinLnBrk="0" hangingPunct="1">
        <a:lnSpc>
          <a:spcPct val="110000"/>
        </a:lnSpc>
        <a:spcBef>
          <a:spcPts val="0"/>
        </a:spcBef>
        <a:spcAft>
          <a:spcPts val="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857229" indent="-177796" algn="l" defTabSz="914377" rtl="0" eaLnBrk="1" latinLnBrk="0" hangingPunct="1">
        <a:lnSpc>
          <a:spcPct val="110000"/>
        </a:lnSpc>
        <a:spcBef>
          <a:spcPts val="0"/>
        </a:spcBef>
        <a:spcAft>
          <a:spcPts val="0"/>
        </a:spcAft>
        <a:buFont typeface="Graphik" panose="020B0503030202060203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028674" indent="-17303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55561" indent="0" algn="l" defTabSz="914377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None/>
        <a:defRPr sz="1200" b="1" kern="1200" cap="all" baseline="0">
          <a:solidFill>
            <a:schemeClr val="tx1"/>
          </a:solidFill>
          <a:latin typeface="+mj-lt"/>
          <a:ea typeface="+mn-ea"/>
          <a:cs typeface="+mn-cs"/>
        </a:defRPr>
      </a:lvl7pPr>
      <a:lvl8pPr marL="55561" indent="0" algn="l" defTabSz="914377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Font typeface="Arial" panose="020B0604020202020204" pitchFamily="34" charset="0"/>
        <a:buNone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55561" indent="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152">
          <p15:clr>
            <a:srgbClr val="F26B43"/>
          </p15:clr>
        </p15:guide>
        <p15:guide id="2" pos="5640">
          <p15:clr>
            <a:srgbClr val="F26B43"/>
          </p15:clr>
        </p15:guide>
        <p15:guide id="3">
          <p15:clr>
            <a:srgbClr val="F26B43"/>
          </p15:clr>
        </p15:guide>
        <p15:guide id="6" orient="horz">
          <p15:clr>
            <a:srgbClr val="F26B43"/>
          </p15:clr>
        </p15:guide>
        <p15:guide id="8" pos="7680">
          <p15:clr>
            <a:srgbClr val="F26B43"/>
          </p15:clr>
        </p15:guide>
        <p15:guide id="9" pos="240">
          <p15:clr>
            <a:srgbClr val="F26B43"/>
          </p15:clr>
        </p15:guide>
        <p15:guide id="10" orient="horz" pos="4224">
          <p15:clr>
            <a:srgbClr val="F26B43"/>
          </p15:clr>
        </p15:guide>
        <p15:guide id="11" pos="3840">
          <p15:clr>
            <a:srgbClr val="F26B43"/>
          </p15:clr>
        </p15:guide>
        <p15:guide id="13" pos="2040">
          <p15:clr>
            <a:srgbClr val="F26B43"/>
          </p15:clr>
        </p15:guide>
        <p15:guide id="14" pos="7440">
          <p15:clr>
            <a:srgbClr val="F26B43"/>
          </p15:clr>
        </p15:guide>
        <p15:guide id="16" orient="horz" pos="240">
          <p15:clr>
            <a:srgbClr val="F26B43"/>
          </p15:clr>
        </p15:guide>
        <p15:guide id="17" orient="horz" pos="410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5" Type="http://schemas.openxmlformats.org/officeDocument/2006/relationships/slideLayout" Target="../slideLayouts/slideLayout9.xml"/><Relationship Id="rId4" Type="http://schemas.openxmlformats.org/officeDocument/2006/relationships/tags" Target="../tags/tag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.xml"/><Relationship Id="rId1" Type="http://schemas.openxmlformats.org/officeDocument/2006/relationships/tags" Target="../tags/tag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2BB117C-1C6F-46C8-A302-ACCC55B1B79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8708922" y="6477001"/>
            <a:ext cx="3178279" cy="206375"/>
          </a:xfrm>
        </p:spPr>
        <p:txBody>
          <a:bodyPr/>
          <a:lstStyle/>
          <a:p>
            <a:r>
              <a:rPr lang="en-GB" dirty="0"/>
              <a:t>Copyright © 2022 Accenture. All rights reserved.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2420AE5-3A66-4B6B-867B-BD61132F05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726" y="380999"/>
            <a:ext cx="11430000" cy="703903"/>
          </a:xfrm>
        </p:spPr>
        <p:txBody>
          <a:bodyPr>
            <a:normAutofit/>
          </a:bodyPr>
          <a:lstStyle/>
          <a:p>
            <a:r>
              <a:rPr lang="en-US" dirty="0"/>
              <a:t>Story of </a:t>
            </a:r>
            <a:r>
              <a:rPr lang="en-US" dirty="0">
                <a:solidFill>
                  <a:srgbClr val="A100FF"/>
                </a:solidFill>
              </a:rPr>
              <a:t>Arun Shetty</a:t>
            </a:r>
            <a:r>
              <a:rPr lang="en-US" dirty="0"/>
              <a:t>– FY22</a:t>
            </a:r>
          </a:p>
        </p:txBody>
      </p:sp>
      <p:sp>
        <p:nvSpPr>
          <p:cNvPr id="15" name="AutoShape 9">
            <a:extLst>
              <a:ext uri="{FF2B5EF4-FFF2-40B4-BE49-F238E27FC236}">
                <a16:creationId xmlns:a16="http://schemas.microsoft.com/office/drawing/2014/main" id="{1F74AF5C-20DC-49B1-8E5A-3F6F2C5327C1}"/>
              </a:ext>
            </a:extLst>
          </p:cNvPr>
          <p:cNvSpPr>
            <a:spLocks noChangeAspect="1" noChangeArrowheads="1"/>
          </p:cNvSpPr>
          <p:nvPr>
            <p:custDataLst>
              <p:tags r:id="rId1"/>
            </p:custDataLst>
          </p:nvPr>
        </p:nvSpPr>
        <p:spPr bwMode="auto">
          <a:xfrm>
            <a:off x="215900" y="910727"/>
            <a:ext cx="2794000" cy="1149204"/>
          </a:xfrm>
          <a:prstGeom prst="homePlate">
            <a:avLst>
              <a:gd name="adj" fmla="val 18560"/>
            </a:avLst>
          </a:prstGeom>
          <a:solidFill>
            <a:schemeClr val="bg2">
              <a:lumMod val="90000"/>
            </a:schemeClr>
          </a:solidFill>
          <a:ln w="6350">
            <a:noFill/>
            <a:miter lim="800000"/>
            <a:headEnd/>
            <a:tailEnd/>
          </a:ln>
          <a:effectLst/>
        </p:spPr>
        <p:txBody>
          <a:bodyPr lIns="182880" tIns="72000" rIns="72000" bIns="72000" anchor="ctr"/>
          <a:lstStyle/>
          <a:p>
            <a:pPr eaLnBrk="0" hangingPunct="0"/>
            <a:r>
              <a:rPr lang="en-GB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CLIENT DELIVERY EXCELLENCE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351103F-2036-4BAD-AD1B-BB4DB84D5C0F}"/>
              </a:ext>
            </a:extLst>
          </p:cNvPr>
          <p:cNvSpPr/>
          <p:nvPr/>
        </p:nvSpPr>
        <p:spPr>
          <a:xfrm>
            <a:off x="215900" y="2106521"/>
            <a:ext cx="2794000" cy="464987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171450" indent="-171450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Completed DevOps pipeline for Dx4C</a:t>
            </a:r>
          </a:p>
          <a:p>
            <a:pPr marL="171450" indent="-171450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Integrated Jira with DevOps Dashboard </a:t>
            </a:r>
          </a:p>
          <a:p>
            <a:pPr marL="171450" indent="-171450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Developed Chat-Bot like feature to run various stages of DevOps Pipeline</a:t>
            </a:r>
          </a:p>
          <a:p>
            <a:pPr marL="171450" indent="-171450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Development of TMF Adapter asset 80% completed</a:t>
            </a:r>
          </a:p>
          <a:p>
            <a:pPr marL="171450" indent="-171450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Successfully demoed the working model of TMF Adapter to the Onshore team</a:t>
            </a:r>
          </a:p>
          <a:p>
            <a:pPr marL="171450" indent="-171450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Delivered Automated Daily Test of DX4C and DOCP.</a:t>
            </a:r>
          </a:p>
          <a:p>
            <a:pPr marL="171450" indent="-171450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Planning to extend automated testing for other </a:t>
            </a:r>
            <a:r>
              <a:rPr lang="en-GB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myConcerto</a:t>
            </a:r>
            <a:r>
              <a:rPr lang="en-GB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tools</a:t>
            </a:r>
          </a:p>
        </p:txBody>
      </p:sp>
      <p:sp>
        <p:nvSpPr>
          <p:cNvPr id="10" name="AutoShape 9">
            <a:extLst>
              <a:ext uri="{FF2B5EF4-FFF2-40B4-BE49-F238E27FC236}">
                <a16:creationId xmlns:a16="http://schemas.microsoft.com/office/drawing/2014/main" id="{89BE61A4-98C3-4AEE-AA3B-385030ADBB4D}"/>
              </a:ext>
            </a:extLst>
          </p:cNvPr>
          <p:cNvSpPr>
            <a:spLocks noChangeAspect="1" noChangeArrowheads="1"/>
          </p:cNvSpPr>
          <p:nvPr>
            <p:custDataLst>
              <p:tags r:id="rId2"/>
            </p:custDataLst>
          </p:nvPr>
        </p:nvSpPr>
        <p:spPr bwMode="auto">
          <a:xfrm>
            <a:off x="3098800" y="910727"/>
            <a:ext cx="2794000" cy="1149204"/>
          </a:xfrm>
          <a:prstGeom prst="homePlate">
            <a:avLst>
              <a:gd name="adj" fmla="val 18560"/>
            </a:avLst>
          </a:prstGeom>
          <a:solidFill>
            <a:schemeClr val="accent1">
              <a:lumMod val="20000"/>
              <a:lumOff val="80000"/>
            </a:schemeClr>
          </a:solidFill>
          <a:ln w="6350">
            <a:noFill/>
            <a:miter lim="800000"/>
            <a:headEnd/>
            <a:tailEnd/>
          </a:ln>
          <a:effectLst/>
        </p:spPr>
        <p:txBody>
          <a:bodyPr lIns="365760" tIns="72000" rIns="72000" bIns="72000" anchor="ctr"/>
          <a:lstStyle/>
          <a:p>
            <a:pPr eaLnBrk="0" hangingPunct="0"/>
            <a:r>
              <a:rPr lang="en-GB" sz="1200" b="1" cap="all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SALES &amp; SOLUTIONING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AF06AB1-298E-4EF9-B054-1F4F3947DC61}"/>
              </a:ext>
            </a:extLst>
          </p:cNvPr>
          <p:cNvSpPr/>
          <p:nvPr/>
        </p:nvSpPr>
        <p:spPr>
          <a:xfrm>
            <a:off x="3098800" y="2106521"/>
            <a:ext cx="2794000" cy="399963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171450" indent="-171450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Contributed on Telenor RFP</a:t>
            </a:r>
          </a:p>
          <a:p>
            <a:pPr marL="171450" indent="-171450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Contributed on MTN RFP</a:t>
            </a:r>
          </a:p>
          <a:p>
            <a:pPr marL="171450" indent="-171450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Helped other teams (CPQ and NA Studio HCM) on UiPath setup and basic Bot development</a:t>
            </a: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171450" indent="-171450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Designed DevOps pipeline from scratch</a:t>
            </a:r>
          </a:p>
          <a:p>
            <a:pPr marL="171450" indent="-171450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Modularized all the assets and deployed on Kubernetes cluster as separate containers</a:t>
            </a:r>
          </a:p>
          <a:p>
            <a:pPr marL="171450" indent="-171450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Developed Bots used for Admin tasks with both UiPath and Selenium</a:t>
            </a:r>
          </a:p>
        </p:txBody>
      </p:sp>
      <p:sp>
        <p:nvSpPr>
          <p:cNvPr id="12" name="AutoShape 9">
            <a:extLst>
              <a:ext uri="{FF2B5EF4-FFF2-40B4-BE49-F238E27FC236}">
                <a16:creationId xmlns:a16="http://schemas.microsoft.com/office/drawing/2014/main" id="{F6BA2752-D1C2-46D1-AD70-A446A8552178}"/>
              </a:ext>
            </a:extLst>
          </p:cNvPr>
          <p:cNvSpPr>
            <a:spLocks noChangeAspect="1" noChangeArrowheads="1"/>
          </p:cNvSpPr>
          <p:nvPr>
            <p:custDataLst>
              <p:tags r:id="rId3"/>
            </p:custDataLst>
          </p:nvPr>
        </p:nvSpPr>
        <p:spPr bwMode="auto">
          <a:xfrm>
            <a:off x="5951163" y="910727"/>
            <a:ext cx="2794000" cy="1149204"/>
          </a:xfrm>
          <a:prstGeom prst="homePlate">
            <a:avLst>
              <a:gd name="adj" fmla="val 18560"/>
            </a:avLst>
          </a:prstGeom>
          <a:solidFill>
            <a:schemeClr val="accent1">
              <a:lumMod val="60000"/>
              <a:lumOff val="40000"/>
            </a:schemeClr>
          </a:solidFill>
          <a:ln w="6350">
            <a:noFill/>
            <a:miter lim="800000"/>
            <a:headEnd/>
            <a:tailEnd/>
          </a:ln>
          <a:effectLst/>
        </p:spPr>
        <p:txBody>
          <a:bodyPr lIns="365760" tIns="91440" rIns="91440" bIns="91440" anchor="ctr"/>
          <a:lstStyle/>
          <a:p>
            <a:pPr algn="l" eaLnBrk="0" hangingPunct="0"/>
            <a:r>
              <a:rPr lang="en-GB" sz="1200" b="1" cap="all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CAPABILITY/PRACTICE DEVELOPMENT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825E25F-A911-429A-9899-C05E9D94C8A4}"/>
              </a:ext>
            </a:extLst>
          </p:cNvPr>
          <p:cNvSpPr/>
          <p:nvPr/>
        </p:nvSpPr>
        <p:spPr>
          <a:xfrm>
            <a:off x="5997985" y="2059931"/>
            <a:ext cx="2794000" cy="427395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171450" indent="-171450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Mentored 10 junior resources</a:t>
            </a:r>
          </a:p>
          <a:p>
            <a:pPr marL="171450" indent="-171450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Gave session on Dx4C in CX Customer Functions forum</a:t>
            </a:r>
          </a:p>
          <a:p>
            <a:pPr marL="171450" indent="-171450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Demoed Automation Framework used in MVX to the leadership</a:t>
            </a:r>
          </a:p>
          <a:p>
            <a:pPr marL="171450" indent="-171450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Increased team size from 3 to 8 by starting new asset development</a:t>
            </a:r>
          </a:p>
          <a:p>
            <a:pPr marL="171450" indent="-171450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All resources in the team are Oracle certified and proficient in multiple skills (Python, Selenium, DevOps tools, UiPath, Linux, Kubernetes)</a:t>
            </a:r>
          </a:p>
        </p:txBody>
      </p:sp>
      <p:sp>
        <p:nvSpPr>
          <p:cNvPr id="16" name="AutoShape 9">
            <a:extLst>
              <a:ext uri="{FF2B5EF4-FFF2-40B4-BE49-F238E27FC236}">
                <a16:creationId xmlns:a16="http://schemas.microsoft.com/office/drawing/2014/main" id="{7595D5C9-3AF1-4221-AFD4-56FC991A9177}"/>
              </a:ext>
            </a:extLst>
          </p:cNvPr>
          <p:cNvSpPr>
            <a:spLocks noChangeAspect="1" noChangeArrowheads="1"/>
          </p:cNvSpPr>
          <p:nvPr>
            <p:custDataLst>
              <p:tags r:id="rId4"/>
            </p:custDataLst>
          </p:nvPr>
        </p:nvSpPr>
        <p:spPr bwMode="auto">
          <a:xfrm>
            <a:off x="8907748" y="910727"/>
            <a:ext cx="2794000" cy="1149204"/>
          </a:xfrm>
          <a:prstGeom prst="homePlate">
            <a:avLst>
              <a:gd name="adj" fmla="val 18560"/>
            </a:avLst>
          </a:prstGeom>
          <a:solidFill>
            <a:schemeClr val="accent3">
              <a:lumMod val="75000"/>
            </a:schemeClr>
          </a:solidFill>
          <a:ln w="6350">
            <a:noFill/>
            <a:miter lim="800000"/>
            <a:headEnd/>
            <a:tailEnd/>
          </a:ln>
          <a:effectLst/>
        </p:spPr>
        <p:txBody>
          <a:bodyPr lIns="365760" tIns="91440" rIns="91440" bIns="91440" anchor="ctr"/>
          <a:lstStyle/>
          <a:p>
            <a:pPr eaLnBrk="0" hangingPunct="0"/>
            <a:r>
              <a:rPr lang="en-GB" sz="1200" b="1" dirty="0">
                <a:solidFill>
                  <a:schemeClr val="bg1"/>
                </a:solidFill>
              </a:rPr>
              <a:t>IDEATION &amp; INNOVATION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8A14869-4876-490E-8B0E-DAFE0868A2E4}"/>
              </a:ext>
            </a:extLst>
          </p:cNvPr>
          <p:cNvSpPr/>
          <p:nvPr/>
        </p:nvSpPr>
        <p:spPr>
          <a:xfrm>
            <a:off x="8907748" y="2106521"/>
            <a:ext cx="2794000" cy="45768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171450" indent="-171450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Created UiPath Bot based DevOps Pipeline</a:t>
            </a:r>
          </a:p>
          <a:p>
            <a:pPr marL="171450" indent="-171450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Chat-bot like feature to trigger steps of pipeline through Jira</a:t>
            </a:r>
          </a:p>
          <a:p>
            <a:pPr marL="171450" indent="-171450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TMF Adapter which makes interfaces between any apps easy</a:t>
            </a:r>
          </a:p>
          <a:p>
            <a:pPr marL="171450" indent="-171450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BSS Estimator which intelligently costs the BSS transformations for a client</a:t>
            </a:r>
          </a:p>
          <a:p>
            <a:pPr marL="171450" indent="-171450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Infra ASD which assess Infra of a client and suggests go-to Arch in OCI with estimated cost savings</a:t>
            </a:r>
          </a:p>
          <a:p>
            <a:pPr marL="171450" indent="-171450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Automated Testing of </a:t>
            </a: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myConcerto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Assets</a:t>
            </a:r>
            <a:endParaRPr lang="en-GB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48137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2420AE5-3A66-4B6B-867B-BD61132F05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726" y="380999"/>
            <a:ext cx="11430000" cy="703903"/>
          </a:xfrm>
        </p:spPr>
        <p:txBody>
          <a:bodyPr>
            <a:normAutofit/>
          </a:bodyPr>
          <a:lstStyle/>
          <a:p>
            <a:r>
              <a:rPr lang="en-US" dirty="0"/>
              <a:t>Story of </a:t>
            </a:r>
            <a:r>
              <a:rPr lang="en-US" dirty="0">
                <a:solidFill>
                  <a:srgbClr val="A100FF"/>
                </a:solidFill>
              </a:rPr>
              <a:t>Arun Shetty</a:t>
            </a:r>
            <a:r>
              <a:rPr lang="en-US" dirty="0"/>
              <a:t> – FY22</a:t>
            </a:r>
          </a:p>
        </p:txBody>
      </p:sp>
      <p:sp>
        <p:nvSpPr>
          <p:cNvPr id="15" name="AutoShape 9">
            <a:extLst>
              <a:ext uri="{FF2B5EF4-FFF2-40B4-BE49-F238E27FC236}">
                <a16:creationId xmlns:a16="http://schemas.microsoft.com/office/drawing/2014/main" id="{1F74AF5C-20DC-49B1-8E5A-3F6F2C5327C1}"/>
              </a:ext>
            </a:extLst>
          </p:cNvPr>
          <p:cNvSpPr>
            <a:spLocks noChangeAspect="1" noChangeArrowheads="1"/>
          </p:cNvSpPr>
          <p:nvPr>
            <p:custDataLst>
              <p:tags r:id="rId1"/>
            </p:custDataLst>
          </p:nvPr>
        </p:nvSpPr>
        <p:spPr bwMode="auto">
          <a:xfrm>
            <a:off x="370726" y="936835"/>
            <a:ext cx="3722303" cy="703903"/>
          </a:xfrm>
          <a:prstGeom prst="homePlate">
            <a:avLst>
              <a:gd name="adj" fmla="val 18560"/>
            </a:avLst>
          </a:prstGeom>
          <a:solidFill>
            <a:schemeClr val="accent1">
              <a:lumMod val="60000"/>
              <a:lumOff val="40000"/>
            </a:schemeClr>
          </a:solidFill>
          <a:ln w="6350">
            <a:noFill/>
            <a:miter lim="800000"/>
            <a:headEnd/>
            <a:tailEnd/>
          </a:ln>
          <a:effectLst/>
        </p:spPr>
        <p:txBody>
          <a:bodyPr lIns="365760" tIns="91440" rIns="91440" bIns="91440" anchor="ctr"/>
          <a:lstStyle/>
          <a:p>
            <a:pPr eaLnBrk="0" hangingPunct="0"/>
            <a:r>
              <a:rPr lang="en-GB" sz="1600" b="1" dirty="0"/>
              <a:t>RECOGNITIONS /CITATIONS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29CEED2-6013-4855-9333-4DC43D7344D6}"/>
              </a:ext>
            </a:extLst>
          </p:cNvPr>
          <p:cNvSpPr/>
          <p:nvPr/>
        </p:nvSpPr>
        <p:spPr>
          <a:xfrm>
            <a:off x="9252857" y="380999"/>
            <a:ext cx="2405743" cy="1099458"/>
          </a:xfrm>
          <a:prstGeom prst="round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ysClr val="windowText" lastClr="000000"/>
                </a:solidFill>
              </a:rPr>
              <a:t>Please provide the screenshot of such citation emails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08B266B-F560-4710-A6DA-99C7E65916B9}"/>
              </a:ext>
            </a:extLst>
          </p:cNvPr>
          <p:cNvSpPr txBox="1"/>
          <p:nvPr/>
        </p:nvSpPr>
        <p:spPr>
          <a:xfrm>
            <a:off x="546652" y="2007704"/>
            <a:ext cx="5307496" cy="1523494"/>
          </a:xfrm>
          <a:prstGeom prst="rect">
            <a:avLst/>
          </a:prstGeom>
          <a:noFill/>
        </p:spPr>
        <p:txBody>
          <a:bodyPr wrap="square" lIns="0" tIns="0" rIns="0" bIns="45720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Verbal appreciation from Onshore leads on many solutions like DevOps Pipeline, TMF Adapter etc. – Matteo, Ana and David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Verbal appreciation from </a:t>
            </a:r>
            <a:r>
              <a:rPr lang="en-US" sz="1600" dirty="0" err="1"/>
              <a:t>Aatri</a:t>
            </a:r>
            <a:r>
              <a:rPr lang="en-US" sz="1600" dirty="0"/>
              <a:t> </a:t>
            </a:r>
            <a:r>
              <a:rPr lang="en-US" sz="1600" dirty="0" err="1"/>
              <a:t>Iyer</a:t>
            </a:r>
            <a:r>
              <a:rPr lang="en-US" sz="1600" dirty="0"/>
              <a:t> for the Automation Framework and Bots repository</a:t>
            </a:r>
          </a:p>
        </p:txBody>
      </p:sp>
    </p:spTree>
    <p:extLst>
      <p:ext uri="{BB962C8B-B14F-4D97-AF65-F5344CB8AC3E}">
        <p14:creationId xmlns:p14="http://schemas.microsoft.com/office/powerpoint/2010/main" val="84908638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mdcECknexEyGtJ28o4STqw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mdcECknexEyGtJ28o4STqw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mdcECknexEyGtJ28o4STqw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mdcECknexEyGtJ28o4STqw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mdcECknexEyGtJ28o4STqw"/>
</p:tagLst>
</file>

<file path=ppt/theme/theme1.xml><?xml version="1.0" encoding="utf-8"?>
<a:theme xmlns:a="http://schemas.openxmlformats.org/drawingml/2006/main" name="Titles">
  <a:themeElements>
    <a:clrScheme name="Accenture MasterBrand">
      <a:dk1>
        <a:sysClr val="windowText" lastClr="000000"/>
      </a:dk1>
      <a:lt1>
        <a:sysClr val="window" lastClr="FFFFFF"/>
      </a:lt1>
      <a:dk2>
        <a:srgbClr val="595959"/>
      </a:dk2>
      <a:lt2>
        <a:srgbClr val="D8D8D8"/>
      </a:lt2>
      <a:accent1>
        <a:srgbClr val="7E00FF"/>
      </a:accent1>
      <a:accent2>
        <a:srgbClr val="FF0000"/>
      </a:accent2>
      <a:accent3>
        <a:srgbClr val="2800FF"/>
      </a:accent3>
      <a:accent4>
        <a:srgbClr val="00BAFF"/>
      </a:accent4>
      <a:accent5>
        <a:srgbClr val="00FF7D"/>
      </a:accent5>
      <a:accent6>
        <a:srgbClr val="FFEA00"/>
      </a:accent6>
      <a:hlink>
        <a:srgbClr val="2800FF"/>
      </a:hlink>
      <a:folHlink>
        <a:srgbClr val="7E00FF"/>
      </a:folHlink>
    </a:clrScheme>
    <a:fontScheme name="Accenture_Graphik">
      <a:majorFont>
        <a:latin typeface="Graphik"/>
        <a:ea typeface=""/>
        <a:cs typeface=""/>
      </a:majorFont>
      <a:minorFont>
        <a:latin typeface="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lIns="0" tIns="0" rIns="0" bIns="45720" rtlCol="0">
        <a:noAutofit/>
      </a:bodyPr>
      <a:lstStyle>
        <a:defPPr>
          <a:defRPr sz="1600" dirty="0" smtClean="0"/>
        </a:defPPr>
      </a:lstStyle>
    </a:txDef>
  </a:objectDefaults>
  <a:extraClrSchemeLst/>
  <a:custClrLst>
    <a:custClr name="Strategy-Orange">
      <a:srgbClr val="FF9128"/>
    </a:custClr>
    <a:custClr name="Strategy-Carmine">
      <a:srgbClr val="BD001D"/>
    </a:custClr>
    <a:custClr name="Consulting-Light Aqua">
      <a:srgbClr val="00F3FF"/>
    </a:custClr>
    <a:custClr name="Consulting-Dark Violet">
      <a:srgbClr val="7500C0"/>
    </a:custClr>
    <a:custClr name="Digital-Lime">
      <a:srgbClr val="00FF00"/>
    </a:custClr>
    <a:custClr name="Digital-Sunglow">
      <a:srgbClr val="FFD42E"/>
    </a:custClr>
    <a:custClr name="Technology-Aqua">
      <a:srgbClr val="00F3FF"/>
    </a:custClr>
    <a:custClr name="Technology-Lime">
      <a:srgbClr val="00FF00"/>
    </a:custClr>
    <a:custClr name="Operations-Aqua">
      <a:srgbClr val="00F3FF"/>
    </a:custClr>
    <a:custClr name="Operations-Navy Blue">
      <a:srgbClr val="004DFF"/>
    </a:custClr>
    <a:custClr name="Strategy-Orange Red">
      <a:srgbClr val="FF3C0F"/>
    </a:custClr>
    <a:custClr name="Strategy-Dark Carmine">
      <a:srgbClr val="920026"/>
    </a:custClr>
    <a:custClr name="Consulting-Electric Purple">
      <a:srgbClr val="A100FF"/>
    </a:custClr>
    <a:custClr name="Consulting-Indigo">
      <a:srgbClr val="5F0095"/>
    </a:custClr>
    <a:custClr name="Digital-Yellow">
      <a:srgbClr val="FFFF00"/>
    </a:custClr>
    <a:custClr name="Digital-Selective Yellow">
      <a:srgbClr val="FFB600"/>
    </a:custClr>
    <a:custClr name="Technology-Spring Green">
      <a:srgbClr val="00FF7D"/>
    </a:custClr>
    <a:custClr name="Technology-Dark Lime">
      <a:srgbClr val="00D700"/>
    </a:custClr>
    <a:custClr name="Operations-Deep Sky Blue">
      <a:srgbClr val="00BAFF"/>
    </a:custClr>
    <a:custClr name="Operations-Blue">
      <a:srgbClr val="2800FF"/>
    </a:custClr>
    <a:custClr name="Strategy-Red">
      <a:srgbClr val="FF0000"/>
    </a:custClr>
    <a:custClr name="Strategy-Burgundy">
      <a:srgbClr val="710012"/>
    </a:custClr>
    <a:custClr name="Consulting-Electric Indigo">
      <a:srgbClr val="7E00FF"/>
    </a:custClr>
    <a:custClr name="Consulting-Dark Indigo">
      <a:srgbClr val="380089"/>
    </a:custClr>
    <a:custClr name="Digital-Golden Yellow">
      <a:srgbClr val="FFEA00"/>
    </a:custClr>
    <a:custClr name="Digital-Dark Orange">
      <a:srgbClr val="FF9500"/>
    </a:custClr>
    <a:custClr name="Technology-Spring Bud">
      <a:srgbClr val="B9FF00"/>
    </a:custClr>
    <a:custClr name="Technology-British Racing Green">
      <a:srgbClr val="00530A"/>
    </a:custClr>
    <a:custClr name="Operations-Dodger Blue">
      <a:srgbClr val="008EFF"/>
    </a:custClr>
    <a:custClr name="Operations-Dark Blue">
      <a:srgbClr val="000088"/>
    </a:custClr>
  </a:custClrLst>
  <a:extLst>
    <a:ext uri="{05A4C25C-085E-4340-85A3-A5531E510DB2}">
      <thm15:themeFamily xmlns:thm15="http://schemas.microsoft.com/office/thememl/2012/main" name="Presentation1" id="{3AF425F2-D110-4AD7-9186-046FD1A1BA59}" vid="{78550A33-A983-4183-922A-851E5C78E480}"/>
    </a:ext>
  </a:extLst>
</a:theme>
</file>

<file path=ppt/theme/theme2.xml><?xml version="1.0" encoding="utf-8"?>
<a:theme xmlns:a="http://schemas.openxmlformats.org/drawingml/2006/main" name="Content Layouts">
  <a:themeElements>
    <a:clrScheme name="Accenture MasterBrand">
      <a:dk1>
        <a:sysClr val="windowText" lastClr="000000"/>
      </a:dk1>
      <a:lt1>
        <a:sysClr val="window" lastClr="FFFFFF"/>
      </a:lt1>
      <a:dk2>
        <a:srgbClr val="595959"/>
      </a:dk2>
      <a:lt2>
        <a:srgbClr val="D8D8D8"/>
      </a:lt2>
      <a:accent1>
        <a:srgbClr val="7E00FF"/>
      </a:accent1>
      <a:accent2>
        <a:srgbClr val="FF0000"/>
      </a:accent2>
      <a:accent3>
        <a:srgbClr val="2800FF"/>
      </a:accent3>
      <a:accent4>
        <a:srgbClr val="00BAFF"/>
      </a:accent4>
      <a:accent5>
        <a:srgbClr val="00FF7D"/>
      </a:accent5>
      <a:accent6>
        <a:srgbClr val="FFEA00"/>
      </a:accent6>
      <a:hlink>
        <a:srgbClr val="2800FF"/>
      </a:hlink>
      <a:folHlink>
        <a:srgbClr val="7E00FF"/>
      </a:folHlink>
    </a:clrScheme>
    <a:fontScheme name="Accenture_Graphik">
      <a:majorFont>
        <a:latin typeface="Graphik"/>
        <a:ea typeface=""/>
        <a:cs typeface=""/>
      </a:majorFont>
      <a:minorFont>
        <a:latin typeface="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sz="1600"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45720" rtlCol="0">
        <a:spAutoFit/>
      </a:bodyPr>
      <a:lstStyle>
        <a:defPPr>
          <a:defRPr sz="1600" dirty="0" smtClean="0"/>
        </a:defPPr>
      </a:lstStyle>
    </a:txDef>
  </a:objectDefaults>
  <a:extraClrSchemeLst/>
  <a:custClrLst>
    <a:custClr name="Strategy-Orange">
      <a:srgbClr val="FF9128"/>
    </a:custClr>
    <a:custClr name="Strategy-Carmine">
      <a:srgbClr val="BD001D"/>
    </a:custClr>
    <a:custClr name="Consulting-Light Aqua">
      <a:srgbClr val="00F3FF"/>
    </a:custClr>
    <a:custClr name="Consulting-Dark Violet">
      <a:srgbClr val="7500C0"/>
    </a:custClr>
    <a:custClr name="Digital-Lime">
      <a:srgbClr val="00FF00"/>
    </a:custClr>
    <a:custClr name="Digital-Sunglow">
      <a:srgbClr val="FFD42E"/>
    </a:custClr>
    <a:custClr name="Technology-Aqua">
      <a:srgbClr val="00F3FF"/>
    </a:custClr>
    <a:custClr name="Technology-Lime">
      <a:srgbClr val="00FF00"/>
    </a:custClr>
    <a:custClr name="Operations-Aqua">
      <a:srgbClr val="00F3FF"/>
    </a:custClr>
    <a:custClr name="Operations-Navy Blue">
      <a:srgbClr val="004DFF"/>
    </a:custClr>
    <a:custClr name="Strategy-Orange Red">
      <a:srgbClr val="FF3C0F"/>
    </a:custClr>
    <a:custClr name="Strategy-Dark Carmine">
      <a:srgbClr val="920026"/>
    </a:custClr>
    <a:custClr name="Consulting-Electric Purple">
      <a:srgbClr val="A100FF"/>
    </a:custClr>
    <a:custClr name="Consulting-Indigo">
      <a:srgbClr val="5F0095"/>
    </a:custClr>
    <a:custClr name="Digital-Yellow">
      <a:srgbClr val="FFFF00"/>
    </a:custClr>
    <a:custClr name="Digital-Selective Yellow">
      <a:srgbClr val="FFB600"/>
    </a:custClr>
    <a:custClr name="Technology-Spring Green">
      <a:srgbClr val="00FF7D"/>
    </a:custClr>
    <a:custClr name="Technology-Dark Lime">
      <a:srgbClr val="00D700"/>
    </a:custClr>
    <a:custClr name="Operations-Deep Sky Blue">
      <a:srgbClr val="00BAFF"/>
    </a:custClr>
    <a:custClr name="Operations-Blue">
      <a:srgbClr val="2800FF"/>
    </a:custClr>
    <a:custClr name="Strategy-Red">
      <a:srgbClr val="FF0000"/>
    </a:custClr>
    <a:custClr name="Strategy-Burgundy">
      <a:srgbClr val="710012"/>
    </a:custClr>
    <a:custClr name="Consulting-Electric Indigo">
      <a:srgbClr val="7E00FF"/>
    </a:custClr>
    <a:custClr name="Consulting-Dark Indigo">
      <a:srgbClr val="380089"/>
    </a:custClr>
    <a:custClr name="Digital-Golden Yellow">
      <a:srgbClr val="FFEA00"/>
    </a:custClr>
    <a:custClr name="Digital-Dark Orange">
      <a:srgbClr val="FF9500"/>
    </a:custClr>
    <a:custClr name="Technology-Spring Bud">
      <a:srgbClr val="B9FF00"/>
    </a:custClr>
    <a:custClr name="Technology-British Racing Green">
      <a:srgbClr val="00530A"/>
    </a:custClr>
    <a:custClr name="Operations-Dodger Blue">
      <a:srgbClr val="008EFF"/>
    </a:custClr>
    <a:custClr name="Operations-Dark Blue">
      <a:srgbClr val="000088"/>
    </a:custClr>
  </a:custClrLst>
  <a:extLst>
    <a:ext uri="{05A4C25C-085E-4340-85A3-A5531E510DB2}">
      <thm15:themeFamily xmlns:thm15="http://schemas.microsoft.com/office/thememl/2012/main" name="Presentation1" id="{3AF425F2-D110-4AD7-9186-046FD1A1BA59}" vid="{0A93B61A-D5CB-4DDA-AA86-286514324FB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19B07F2242675459DE86307E3B791A1" ma:contentTypeVersion="4" ma:contentTypeDescription="Create a new document." ma:contentTypeScope="" ma:versionID="f57f8ac4d29b18ecff8b02b0f0dc35a0">
  <xsd:schema xmlns:xsd="http://www.w3.org/2001/XMLSchema" xmlns:xs="http://www.w3.org/2001/XMLSchema" xmlns:p="http://schemas.microsoft.com/office/2006/metadata/properties" xmlns:ns2="e6f9c295-0dba-4652-b188-d6a275259001" xmlns:ns3="45bcbae0-cd52-4373-9745-8df771c11cd4" targetNamespace="http://schemas.microsoft.com/office/2006/metadata/properties" ma:root="true" ma:fieldsID="7a338f5ab39007f3bd8f986abbba3b49" ns2:_="" ns3:_="">
    <xsd:import namespace="e6f9c295-0dba-4652-b188-d6a275259001"/>
    <xsd:import namespace="45bcbae0-cd52-4373-9745-8df771c11cd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6f9c295-0dba-4652-b188-d6a27525900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5bcbae0-cd52-4373-9745-8df771c11cd4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FAAB0B2A-A135-446A-ADA2-C065786331C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6f9c295-0dba-4652-b188-d6a275259001"/>
    <ds:schemaRef ds:uri="45bcbae0-cd52-4373-9745-8df771c11cd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2A10EFF-2053-415A-91E5-2DB47A1F567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A2E7805-9DC6-430B-9371-8F1887B1C136}">
  <ds:schemaRefs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45bcbae0-cd52-4373-9745-8df771c11cd4"/>
    <ds:schemaRef ds:uri="e6f9c295-0dba-4652-b188-d6a275259001"/>
    <ds:schemaRef ds:uri="http://purl.org/dc/terms/"/>
    <ds:schemaRef ds:uri="http://schemas.openxmlformats.org/package/2006/metadata/core-propertie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17413</TotalTime>
  <Words>311</Words>
  <Application>Microsoft Office PowerPoint</Application>
  <PresentationFormat>Widescreen</PresentationFormat>
  <Paragraphs>36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Arial</vt:lpstr>
      <vt:lpstr>Calibri</vt:lpstr>
      <vt:lpstr>Graphik</vt:lpstr>
      <vt:lpstr>Graphik Regular</vt:lpstr>
      <vt:lpstr>Titles</vt:lpstr>
      <vt:lpstr>Content Layouts</vt:lpstr>
      <vt:lpstr>Story of Arun Shetty– FY22</vt:lpstr>
      <vt:lpstr>Story of Arun Shetty – FY22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Bhardwaj, Astha</dc:creator>
  <cp:lastModifiedBy>Siddappa Shetty, Arun</cp:lastModifiedBy>
  <cp:revision>159</cp:revision>
  <dcterms:created xsi:type="dcterms:W3CDTF">2019-06-02T09:23:31Z</dcterms:created>
  <dcterms:modified xsi:type="dcterms:W3CDTF">2022-08-09T08:13:48Z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0x010100D19B07F2242675459DE86307E3B791A1</vt:lpwstr>
  </property>
</Properties>
</file>