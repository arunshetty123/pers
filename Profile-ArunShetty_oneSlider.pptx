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621" r:id="rId4"/>
  </p:sldMasterIdLst>
  <p:notesMasterIdLst>
    <p:notesMasterId r:id="rId6"/>
  </p:notesMasterIdLst>
  <p:handoutMasterIdLst>
    <p:handoutMasterId r:id="rId7"/>
  </p:handoutMasterIdLst>
  <p:sldIdLst>
    <p:sldId id="950" r:id="rId5"/>
  </p:sldIdLst>
  <p:sldSz cx="12187238" cy="6859588"/>
  <p:notesSz cx="6797675" cy="9928225"/>
  <p:custDataLst>
    <p:tags r:id="rId8"/>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pos="226" userDrawn="1">
          <p15:clr>
            <a:srgbClr val="A4A3A4"/>
          </p15:clr>
        </p15:guide>
        <p15:guide id="13" orient="horz" pos="2435" userDrawn="1">
          <p15:clr>
            <a:srgbClr val="A4A3A4"/>
          </p15:clr>
        </p15:guide>
        <p15:guide id="14" orient="horz" pos="1118" userDrawn="1">
          <p15:clr>
            <a:srgbClr val="A4A3A4"/>
          </p15:clr>
        </p15:guide>
        <p15:guide id="15" orient="horz" pos="807" userDrawn="1">
          <p15:clr>
            <a:srgbClr val="A4A3A4"/>
          </p15:clr>
        </p15:guide>
        <p15:guide id="17" orient="horz" pos="4199" userDrawn="1">
          <p15:clr>
            <a:srgbClr val="A4A3A4"/>
          </p15:clr>
        </p15:guide>
        <p15:guide id="18" orient="horz" pos="3756" userDrawn="1">
          <p15:clr>
            <a:srgbClr val="A4A3A4"/>
          </p15:clr>
        </p15:guide>
        <p15:guide id="20" orient="horz" pos="597" userDrawn="1">
          <p15:clr>
            <a:srgbClr val="A4A3A4"/>
          </p15:clr>
        </p15:guide>
        <p15:guide id="22" pos="1278">
          <p15:clr>
            <a:srgbClr val="A4A3A4"/>
          </p15:clr>
        </p15:guide>
        <p15:guide id="24" pos="2513" userDrawn="1">
          <p15:clr>
            <a:srgbClr val="A4A3A4"/>
          </p15:clr>
        </p15:guide>
        <p15:guide id="25" pos="2696" userDrawn="1">
          <p15:clr>
            <a:srgbClr val="A4A3A4"/>
          </p15:clr>
        </p15:guide>
        <p15:guide id="26" pos="3748" userDrawn="1">
          <p15:clr>
            <a:srgbClr val="A4A3A4"/>
          </p15:clr>
        </p15:guide>
        <p15:guide id="27" pos="3929">
          <p15:clr>
            <a:srgbClr val="A4A3A4"/>
          </p15:clr>
        </p15:guide>
        <p15:guide id="28" pos="5162" userDrawn="1">
          <p15:clr>
            <a:srgbClr val="A4A3A4"/>
          </p15:clr>
        </p15:guide>
        <p15:guide id="29" pos="4980" userDrawn="1">
          <p15:clr>
            <a:srgbClr val="A4A3A4"/>
          </p15:clr>
        </p15:guide>
        <p15:guide id="30" pos="6218">
          <p15:clr>
            <a:srgbClr val="A4A3A4"/>
          </p15:clr>
        </p15:guide>
        <p15:guide id="31" pos="6399">
          <p15:clr>
            <a:srgbClr val="A4A3A4"/>
          </p15:clr>
        </p15:guide>
        <p15:guide id="40" orient="horz" pos="4032">
          <p15:clr>
            <a:srgbClr val="A4A3A4"/>
          </p15:clr>
        </p15:guide>
        <p15:guide id="42" orient="horz" pos="876" userDrawn="1">
          <p15:clr>
            <a:srgbClr val="A4A3A4"/>
          </p15:clr>
        </p15:guide>
        <p15:guide id="43" pos="1458" userDrawn="1">
          <p15:clr>
            <a:srgbClr val="A4A3A4"/>
          </p15:clr>
        </p15:guide>
        <p15:guide id="44" pos="7445" userDrawn="1">
          <p15:clr>
            <a:srgbClr val="A4A3A4"/>
          </p15:clr>
        </p15:guide>
        <p15:guide id="45" pos="1460">
          <p15:clr>
            <a:srgbClr val="A4A3A4"/>
          </p15:clr>
        </p15:guide>
        <p15:guide id="46" orient="horz" pos="4177" userDrawn="1">
          <p15:clr>
            <a:srgbClr val="A4A3A4"/>
          </p15:clr>
        </p15:guide>
        <p15:guide id="47" orient="horz" pos="4014">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ucinda Pidcock" initials="LP" lastIdx="7" clrIdx="0"/>
  <p:cmAuthor id="1" name="Eriksson, Tobias" initials="ET" lastIdx="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00BAFF"/>
    <a:srgbClr val="28ACE2"/>
    <a:srgbClr val="403F40"/>
    <a:srgbClr val="3F3F3F"/>
    <a:srgbClr val="000000"/>
    <a:srgbClr val="37465B"/>
    <a:srgbClr val="778888"/>
    <a:srgbClr val="666666"/>
    <a:srgbClr val="CB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4764" autoAdjust="0"/>
    <p:restoredTop sz="95833" autoAdjust="0"/>
  </p:normalViewPr>
  <p:slideViewPr>
    <p:cSldViewPr snapToGrid="0" snapToObjects="1" showGuides="1">
      <p:cViewPr>
        <p:scale>
          <a:sx n="125" d="100"/>
          <a:sy n="125" d="100"/>
        </p:scale>
        <p:origin x="60" y="-1324"/>
      </p:cViewPr>
      <p:guideLst>
        <p:guide pos="226"/>
        <p:guide orient="horz" pos="2435"/>
        <p:guide orient="horz" pos="1118"/>
        <p:guide orient="horz" pos="807"/>
        <p:guide orient="horz" pos="4199"/>
        <p:guide orient="horz" pos="3756"/>
        <p:guide orient="horz" pos="597"/>
        <p:guide pos="1278"/>
        <p:guide pos="2513"/>
        <p:guide pos="2696"/>
        <p:guide pos="3748"/>
        <p:guide pos="3929"/>
        <p:guide pos="5162"/>
        <p:guide pos="4980"/>
        <p:guide pos="6218"/>
        <p:guide pos="6399"/>
        <p:guide orient="horz" pos="4032"/>
        <p:guide orient="horz" pos="876"/>
        <p:guide pos="1458"/>
        <p:guide pos="7445"/>
        <p:guide pos="1460"/>
        <p:guide orient="horz" pos="4177"/>
        <p:guide orient="horz" pos="4014"/>
      </p:guideLst>
    </p:cSldViewPr>
  </p:slideViewPr>
  <p:outlineViewPr>
    <p:cViewPr>
      <p:scale>
        <a:sx n="33" d="100"/>
        <a:sy n="33" d="100"/>
      </p:scale>
      <p:origin x="0" y="26496"/>
    </p:cViewPr>
  </p:outlineViewPr>
  <p:notesTextViewPr>
    <p:cViewPr>
      <p:scale>
        <a:sx n="100" d="100"/>
        <a:sy n="100" d="100"/>
      </p:scale>
      <p:origin x="0" y="0"/>
    </p:cViewPr>
  </p:notesTextViewPr>
  <p:sorterViewPr>
    <p:cViewPr varScale="1">
      <p:scale>
        <a:sx n="1" d="1"/>
        <a:sy n="1" d="1"/>
      </p:scale>
      <p:origin x="0" y="-13276"/>
    </p:cViewPr>
  </p:sorterViewPr>
  <p:notesViewPr>
    <p:cSldViewPr snapToGrid="0" snapToObjects="1" showGuides="1">
      <p:cViewPr varScale="1">
        <p:scale>
          <a:sx n="45" d="100"/>
          <a:sy n="45" d="100"/>
        </p:scale>
        <p:origin x="-2366" y="-82"/>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iddappa Shetty" userId="06f02734-77c9-424f-89d8-e9575c581cc3" providerId="ADAL" clId="{2F34AF7E-F583-4039-A342-74075C343491}"/>
    <pc:docChg chg="undo custSel modSld">
      <pc:chgData name="Arun Siddappa Shetty" userId="06f02734-77c9-424f-89d8-e9575c581cc3" providerId="ADAL" clId="{2F34AF7E-F583-4039-A342-74075C343491}" dt="2023-11-21T10:30:31.994" v="33"/>
      <pc:docMkLst>
        <pc:docMk/>
      </pc:docMkLst>
      <pc:sldChg chg="modSp mod">
        <pc:chgData name="Arun Siddappa Shetty" userId="06f02734-77c9-424f-89d8-e9575c581cc3" providerId="ADAL" clId="{2F34AF7E-F583-4039-A342-74075C343491}" dt="2023-11-21T10:30:31.994" v="33"/>
        <pc:sldMkLst>
          <pc:docMk/>
          <pc:sldMk cId="980275944" sldId="950"/>
        </pc:sldMkLst>
        <pc:spChg chg="mod">
          <ac:chgData name="Arun Siddappa Shetty" userId="06f02734-77c9-424f-89d8-e9575c581cc3" providerId="ADAL" clId="{2F34AF7E-F583-4039-A342-74075C343491}" dt="2023-11-21T10:30:24.269" v="30" actId="6549"/>
          <ac:spMkLst>
            <pc:docMk/>
            <pc:sldMk cId="980275944" sldId="950"/>
            <ac:spMk id="10" creationId="{00000000-0000-0000-0000-000000000000}"/>
          </ac:spMkLst>
        </pc:spChg>
        <pc:spChg chg="mod">
          <ac:chgData name="Arun Siddappa Shetty" userId="06f02734-77c9-424f-89d8-e9575c581cc3" providerId="ADAL" clId="{2F34AF7E-F583-4039-A342-74075C343491}" dt="2023-11-21T10:30:31.994" v="33"/>
          <ac:spMkLst>
            <pc:docMk/>
            <pc:sldMk cId="980275944" sldId="950"/>
            <ac:spMk id="1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850443" y="0"/>
            <a:ext cx="2945659" cy="496411"/>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128"/>
              </a:defRPr>
            </a:lvl1pPr>
          </a:lstStyle>
          <a:p>
            <a:pPr>
              <a:defRPr/>
            </a:pPr>
            <a:fld id="{5E4C7717-A413-48EB-9E74-9CC8DF624EC2}" type="datetime1">
              <a:rPr lang="en-US">
                <a:latin typeface="Arial" panose="020B0604020202020204" pitchFamily="34" charset="0"/>
                <a:cs typeface="Arial" panose="020B0604020202020204" pitchFamily="34" charset="0"/>
              </a:rPr>
              <a:pPr>
                <a:defRPr/>
              </a:pPr>
              <a:t>11/21/2023</a:t>
            </a:fld>
            <a:endParaRPr lang="en-US"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128"/>
              </a:defRPr>
            </a:lvl1pPr>
          </a:lstStyle>
          <a:p>
            <a:pPr>
              <a:defRPr/>
            </a:pPr>
            <a:fld id="{311B6921-662F-4705-A734-0B75ECCE1C4E}" type="slidenum">
              <a:rPr lang="en-US">
                <a:latin typeface="Arial" panose="020B0604020202020204" pitchFamily="34" charset="0"/>
                <a:cs typeface="Arial" panose="020B0604020202020204" pitchFamily="34" charset="0"/>
              </a:rPr>
              <a:pPr>
                <a:defRPr/>
              </a:pP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572316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fontAlgn="auto">
              <a:spcBef>
                <a:spcPts val="0"/>
              </a:spcBef>
              <a:spcAft>
                <a:spcPts val="0"/>
              </a:spcAft>
              <a:defRPr sz="1200">
                <a:latin typeface="Arial" panose="020B0604020202020204" pitchFamily="34" charset="0"/>
                <a:ea typeface="+mn-ea"/>
                <a:cs typeface="+mn-cs"/>
              </a:defRPr>
            </a:lvl1pPr>
          </a:lstStyle>
          <a:p>
            <a:pPr>
              <a:defRPr/>
            </a:pPr>
            <a:endParaRPr lang="en-GB" dirty="0"/>
          </a:p>
        </p:txBody>
      </p:sp>
      <p:sp>
        <p:nvSpPr>
          <p:cNvPr id="3" name="Date Placeholder 2"/>
          <p:cNvSpPr>
            <a:spLocks noGrp="1"/>
          </p:cNvSpPr>
          <p:nvPr>
            <p:ph type="dt" idx="1"/>
          </p:nvPr>
        </p:nvSpPr>
        <p:spPr>
          <a:xfrm>
            <a:off x="3850443" y="0"/>
            <a:ext cx="2945659" cy="496411"/>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panose="020B0604020202020204" pitchFamily="34" charset="0"/>
                <a:cs typeface="Arial" panose="020B0604020202020204" pitchFamily="34" charset="0"/>
              </a:defRPr>
            </a:lvl1pPr>
          </a:lstStyle>
          <a:p>
            <a:pPr>
              <a:defRPr/>
            </a:pPr>
            <a:fld id="{4612C19A-B064-4A02-B1DD-2674A5B33712}" type="datetime1">
              <a:rPr lang="en-US" smtClean="0"/>
              <a:pPr>
                <a:defRPr/>
              </a:pPr>
              <a:t>11/21/2023</a:t>
            </a:fld>
            <a:endParaRPr lang="en-GB" dirty="0"/>
          </a:p>
        </p:txBody>
      </p:sp>
      <p:sp>
        <p:nvSpPr>
          <p:cNvPr id="4" name="Slide Image Placeholder 3"/>
          <p:cNvSpPr>
            <a:spLocks noGrp="1" noRot="1" noChangeAspect="1"/>
          </p:cNvSpPr>
          <p:nvPr>
            <p:ph type="sldImg" idx="2"/>
          </p:nvPr>
        </p:nvSpPr>
        <p:spPr>
          <a:xfrm>
            <a:off x="92075" y="744538"/>
            <a:ext cx="6613525" cy="3722687"/>
          </a:xfrm>
          <a:prstGeom prst="rect">
            <a:avLst/>
          </a:prstGeom>
          <a:noFill/>
          <a:ln w="12700">
            <a:solidFill>
              <a:prstClr val="black"/>
            </a:solidFill>
          </a:ln>
        </p:spPr>
        <p:txBody>
          <a:bodyPr vert="horz" lIns="91440" tIns="45720" rIns="91440" bIns="45720" rtlCol="0" anchor="ctr"/>
          <a:lstStyle/>
          <a:p>
            <a:pPr lvl="0"/>
            <a:r>
              <a:rPr lang="en-GB" noProof="0" dirty="0" err="1"/>
              <a:t>Rj</a:t>
            </a:r>
            <a:r>
              <a:rPr lang="en-GB" noProof="0" dirty="0"/>
              <a:t> k</a:t>
            </a:r>
          </a:p>
        </p:txBody>
      </p:sp>
      <p:sp>
        <p:nvSpPr>
          <p:cNvPr id="5" name="Notes Placeholder 4"/>
          <p:cNvSpPr>
            <a:spLocks noGrp="1"/>
          </p:cNvSpPr>
          <p:nvPr>
            <p:ph type="body" sz="quarter" idx="3"/>
          </p:nvPr>
        </p:nvSpPr>
        <p:spPr>
          <a:xfrm>
            <a:off x="679768" y="4715907"/>
            <a:ext cx="5438140" cy="4467701"/>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fontAlgn="auto">
              <a:spcBef>
                <a:spcPts val="0"/>
              </a:spcBef>
              <a:spcAft>
                <a:spcPts val="0"/>
              </a:spcAft>
              <a:defRPr sz="1200">
                <a:latin typeface="Arial" panose="020B0604020202020204" pitchFamily="34" charset="0"/>
                <a:ea typeface="+mn-ea"/>
                <a:cs typeface="+mn-cs"/>
              </a:defRPr>
            </a:lvl1pPr>
          </a:lstStyle>
          <a:p>
            <a:pPr>
              <a:defRPr/>
            </a:pPr>
            <a:endParaRPr lang="en-GB" dirty="0"/>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cs typeface="Arial" panose="020B0604020202020204" pitchFamily="34" charset="0"/>
              </a:defRPr>
            </a:lvl1pPr>
          </a:lstStyle>
          <a:p>
            <a:pPr>
              <a:defRPr/>
            </a:pPr>
            <a:fld id="{2E57817C-C749-40AE-A5FD-F6A74744A7F9}" type="slidenum">
              <a:rPr lang="en-GB" smtClean="0"/>
              <a:pPr>
                <a:defRPr/>
              </a:pPr>
              <a:t>‹#›</a:t>
            </a:fld>
            <a:endParaRPr lang="en-GB" dirty="0"/>
          </a:p>
        </p:txBody>
      </p:sp>
    </p:spTree>
    <p:extLst>
      <p:ext uri="{BB962C8B-B14F-4D97-AF65-F5344CB8AC3E}">
        <p14:creationId xmlns:p14="http://schemas.microsoft.com/office/powerpoint/2010/main" val="179590629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6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609443" algn="l" rtl="0" eaLnBrk="0" fontAlgn="base" hangingPunct="0">
      <a:spcBef>
        <a:spcPct val="30000"/>
      </a:spcBef>
      <a:spcAft>
        <a:spcPct val="0"/>
      </a:spcAft>
      <a:defRPr sz="1600" kern="1200">
        <a:solidFill>
          <a:schemeClr val="tx1"/>
        </a:solidFill>
        <a:latin typeface="Arial" panose="020B0604020202020204" pitchFamily="34" charset="0"/>
        <a:ea typeface="Roboto" panose="02000000000000000000" pitchFamily="2" charset="0"/>
        <a:cs typeface="+mn-cs"/>
      </a:defRPr>
    </a:lvl2pPr>
    <a:lvl3pPr marL="1218885" algn="l" rtl="0" eaLnBrk="0" fontAlgn="base" hangingPunct="0">
      <a:spcBef>
        <a:spcPct val="30000"/>
      </a:spcBef>
      <a:spcAft>
        <a:spcPct val="0"/>
      </a:spcAft>
      <a:defRPr sz="1600" kern="1200">
        <a:solidFill>
          <a:schemeClr val="tx1"/>
        </a:solidFill>
        <a:latin typeface="Arial" panose="020B0604020202020204" pitchFamily="34" charset="0"/>
        <a:ea typeface="Roboto" panose="02000000000000000000" pitchFamily="2" charset="0"/>
        <a:cs typeface="+mn-cs"/>
      </a:defRPr>
    </a:lvl3pPr>
    <a:lvl4pPr marL="1828328" algn="l" rtl="0" eaLnBrk="0" fontAlgn="base" hangingPunct="0">
      <a:spcBef>
        <a:spcPct val="30000"/>
      </a:spcBef>
      <a:spcAft>
        <a:spcPct val="0"/>
      </a:spcAft>
      <a:defRPr sz="1600" kern="1200">
        <a:solidFill>
          <a:schemeClr val="tx1"/>
        </a:solidFill>
        <a:latin typeface="Arial" panose="020B0604020202020204" pitchFamily="34" charset="0"/>
        <a:ea typeface="Roboto" panose="02000000000000000000" pitchFamily="2" charset="0"/>
        <a:cs typeface="+mn-cs"/>
      </a:defRPr>
    </a:lvl4pPr>
    <a:lvl5pPr marL="2437771" algn="l" rtl="0" eaLnBrk="0" fontAlgn="base" hangingPunct="0">
      <a:spcBef>
        <a:spcPct val="30000"/>
      </a:spcBef>
      <a:spcAft>
        <a:spcPct val="0"/>
      </a:spcAft>
      <a:defRPr sz="1600" kern="1200">
        <a:solidFill>
          <a:schemeClr val="tx1"/>
        </a:solidFill>
        <a:latin typeface="Arial" panose="020B0604020202020204" pitchFamily="34" charset="0"/>
        <a:ea typeface="Roboto" panose="02000000000000000000" pitchFamily="2" charset="0"/>
        <a:cs typeface="+mn-cs"/>
      </a:defRPr>
    </a:lvl5pPr>
    <a:lvl6pPr marL="3047213" algn="l" defTabSz="1218885" rtl="0" eaLnBrk="1" latinLnBrk="0" hangingPunct="1">
      <a:defRPr sz="1600" kern="1200">
        <a:solidFill>
          <a:schemeClr val="tx1"/>
        </a:solidFill>
        <a:latin typeface="+mn-lt"/>
        <a:ea typeface="+mn-ea"/>
        <a:cs typeface="+mn-cs"/>
      </a:defRPr>
    </a:lvl6pPr>
    <a:lvl7pPr marL="3656656" algn="l" defTabSz="1218885" rtl="0" eaLnBrk="1" latinLnBrk="0" hangingPunct="1">
      <a:defRPr sz="1600" kern="1200">
        <a:solidFill>
          <a:schemeClr val="tx1"/>
        </a:solidFill>
        <a:latin typeface="+mn-lt"/>
        <a:ea typeface="+mn-ea"/>
        <a:cs typeface="+mn-cs"/>
      </a:defRPr>
    </a:lvl7pPr>
    <a:lvl8pPr marL="4266097" algn="l" defTabSz="1218885" rtl="0" eaLnBrk="1" latinLnBrk="0" hangingPunct="1">
      <a:defRPr sz="1600" kern="1200">
        <a:solidFill>
          <a:schemeClr val="tx1"/>
        </a:solidFill>
        <a:latin typeface="+mn-lt"/>
        <a:ea typeface="+mn-ea"/>
        <a:cs typeface="+mn-cs"/>
      </a:defRPr>
    </a:lvl8pPr>
    <a:lvl9pPr marL="4875541" algn="l" defTabSz="12188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22122781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grpSp>
        <p:nvGrpSpPr>
          <p:cNvPr id="12" name="Group 11"/>
          <p:cNvGrpSpPr>
            <a:grpSpLocks noChangeAspect="1"/>
          </p:cNvGrpSpPr>
          <p:nvPr userDrawn="1"/>
        </p:nvGrpSpPr>
        <p:grpSpPr>
          <a:xfrm>
            <a:off x="7445417" y="905834"/>
            <a:ext cx="4316669" cy="4581837"/>
            <a:chOff x="3494539" y="1675327"/>
            <a:chExt cx="1371600" cy="1454950"/>
          </a:xfrm>
        </p:grpSpPr>
        <p:sp>
          <p:nvSpPr>
            <p:cNvPr id="13" name="Freeform 5"/>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FFEA00"/>
                </a:gs>
                <a:gs pos="100000">
                  <a:srgbClr val="FFB600"/>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20204" pitchFamily="34" charset="0"/>
                <a:cs typeface="Arial" panose="020B0604020202020204" pitchFamily="34" charset="0"/>
              </a:endParaRPr>
            </a:p>
          </p:txBody>
        </p:sp>
        <p:sp>
          <p:nvSpPr>
            <p:cNvPr id="14" name="Freeform 6"/>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FFEA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380853" y="457306"/>
            <a:ext cx="5712767" cy="3086815"/>
          </a:xfrm>
        </p:spPr>
        <p:txBody>
          <a:bodyPr tIns="0" anchor="t" anchorCtr="0">
            <a:noAutofit/>
          </a:bodyPr>
          <a:lstStyle>
            <a:lvl1pPr algn="l">
              <a:lnSpc>
                <a:spcPct val="70000"/>
              </a:lnSpc>
              <a:defRPr sz="5998">
                <a:solidFill>
                  <a:schemeClr val="tx1"/>
                </a:solidFill>
                <a:latin typeface="+mj-lt"/>
              </a:defRPr>
            </a:lvl1pPr>
          </a:lstStyle>
          <a:p>
            <a:r>
              <a:rPr lang="en-US" dirty="0"/>
              <a:t>Click to edit title</a:t>
            </a:r>
          </a:p>
        </p:txBody>
      </p:sp>
      <p:sp>
        <p:nvSpPr>
          <p:cNvPr id="8" name="Text Placeholder 7"/>
          <p:cNvSpPr>
            <a:spLocks noGrp="1"/>
          </p:cNvSpPr>
          <p:nvPr>
            <p:ph type="body" sz="quarter" idx="13" hasCustomPrompt="1"/>
          </p:nvPr>
        </p:nvSpPr>
        <p:spPr>
          <a:xfrm>
            <a:off x="380851" y="3544123"/>
            <a:ext cx="5712768" cy="3163031"/>
          </a:xfrm>
        </p:spPr>
        <p:txBody>
          <a:bodyPr>
            <a:noAutofit/>
          </a:bodyPr>
          <a:lstStyle>
            <a:lvl1pPr marL="0" indent="0">
              <a:lnSpc>
                <a:spcPct val="70000"/>
              </a:lnSpc>
              <a:defRPr sz="3998" b="0" baseline="0">
                <a:solidFill>
                  <a:schemeClr val="tx1"/>
                </a:solidFill>
                <a:latin typeface="+mj-lt"/>
              </a:defRPr>
            </a:lvl1pPr>
            <a:lvl2pPr marL="0" indent="0">
              <a:lnSpc>
                <a:spcPct val="100000"/>
              </a:lnSpc>
              <a:spcAft>
                <a:spcPts val="0"/>
              </a:spcAft>
              <a:defRPr sz="2399" b="0" cap="none" baseline="0">
                <a:solidFill>
                  <a:schemeClr val="tx1"/>
                </a:solidFill>
                <a:latin typeface="+mn-lt"/>
              </a:defRPr>
            </a:lvl2pPr>
            <a:lvl3pPr marL="0" indent="0">
              <a:lnSpc>
                <a:spcPct val="100000"/>
              </a:lnSpc>
              <a:spcAft>
                <a:spcPts val="0"/>
              </a:spcAft>
              <a:defRPr sz="1799" b="0" cap="none" baseline="0">
                <a:solidFill>
                  <a:schemeClr val="tx1"/>
                </a:solidFill>
                <a:latin typeface="+mn-lt"/>
              </a:defRPr>
            </a:lvl3pPr>
            <a:lvl4pPr marL="0" indent="0">
              <a:lnSpc>
                <a:spcPct val="100000"/>
              </a:lnSpc>
              <a:buNone/>
              <a:defRPr sz="1799" b="0" cap="none" baseline="0">
                <a:solidFill>
                  <a:schemeClr val="tx1"/>
                </a:solidFill>
                <a:latin typeface="+mn-lt"/>
              </a:defRPr>
            </a:lvl4pPr>
            <a:lvl5pPr marL="0" indent="0">
              <a:lnSpc>
                <a:spcPct val="100000"/>
              </a:lnSpc>
              <a:buNone/>
              <a:defRPr sz="1799" b="0" cap="none" baseline="0">
                <a:solidFill>
                  <a:schemeClr val="tx1"/>
                </a:solidFill>
                <a:latin typeface="+mn-lt"/>
              </a:defRPr>
            </a:lvl5pPr>
            <a:lvl6pPr marL="339581"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44838" y="5849079"/>
            <a:ext cx="3318334" cy="646639"/>
          </a:xfrm>
          <a:prstGeom prst="rect">
            <a:avLst/>
          </a:prstGeom>
        </p:spPr>
      </p:pic>
    </p:spTree>
    <p:extLst>
      <p:ext uri="{BB962C8B-B14F-4D97-AF65-F5344CB8AC3E}">
        <p14:creationId xmlns:p14="http://schemas.microsoft.com/office/powerpoint/2010/main" val="221728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grpSp>
        <p:nvGrpSpPr>
          <p:cNvPr id="11" name="Group 10"/>
          <p:cNvGrpSpPr>
            <a:grpSpLocks noChangeAspect="1"/>
          </p:cNvGrpSpPr>
          <p:nvPr userDrawn="1"/>
        </p:nvGrpSpPr>
        <p:grpSpPr>
          <a:xfrm>
            <a:off x="7423909" y="957673"/>
            <a:ext cx="4308100" cy="4572741"/>
            <a:chOff x="3494539" y="1675327"/>
            <a:chExt cx="1371600" cy="1454950"/>
          </a:xfrm>
        </p:grpSpPr>
        <p:sp>
          <p:nvSpPr>
            <p:cNvPr id="12" name="Freeform 5"/>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FFFF00"/>
                </a:gs>
                <a:gs pos="100000">
                  <a:srgbClr val="FFB600"/>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20204" pitchFamily="34" charset="0"/>
                <a:cs typeface="Arial" panose="020B0604020202020204" pitchFamily="34" charset="0"/>
              </a:endParaRPr>
            </a:p>
          </p:txBody>
        </p:sp>
        <p:sp>
          <p:nvSpPr>
            <p:cNvPr id="13" name="Freeform 6"/>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FF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380853" y="457306"/>
            <a:ext cx="5712767" cy="3086815"/>
          </a:xfrm>
        </p:spPr>
        <p:txBody>
          <a:bodyPr tIns="0" anchor="t" anchorCtr="0">
            <a:noAutofit/>
          </a:bodyPr>
          <a:lstStyle>
            <a:lvl1pPr algn="l">
              <a:lnSpc>
                <a:spcPct val="70000"/>
              </a:lnSpc>
              <a:defRPr sz="5998">
                <a:solidFill>
                  <a:schemeClr val="tx1"/>
                </a:solidFill>
                <a:latin typeface="+mj-lt"/>
              </a:defRPr>
            </a:lvl1pPr>
          </a:lstStyle>
          <a:p>
            <a:r>
              <a:rPr lang="en-US" dirty="0"/>
              <a:t>Click to edit title</a:t>
            </a:r>
          </a:p>
        </p:txBody>
      </p:sp>
      <p:sp>
        <p:nvSpPr>
          <p:cNvPr id="8" name="Text Placeholder 7"/>
          <p:cNvSpPr>
            <a:spLocks noGrp="1"/>
          </p:cNvSpPr>
          <p:nvPr>
            <p:ph type="body" sz="quarter" idx="13" hasCustomPrompt="1"/>
          </p:nvPr>
        </p:nvSpPr>
        <p:spPr>
          <a:xfrm>
            <a:off x="380851" y="3544123"/>
            <a:ext cx="5712768" cy="3163031"/>
          </a:xfrm>
        </p:spPr>
        <p:txBody>
          <a:bodyPr>
            <a:noAutofit/>
          </a:bodyPr>
          <a:lstStyle>
            <a:lvl1pPr marL="0" indent="0">
              <a:lnSpc>
                <a:spcPct val="70000"/>
              </a:lnSpc>
              <a:defRPr sz="3998" b="0" baseline="0">
                <a:solidFill>
                  <a:schemeClr val="tx1"/>
                </a:solidFill>
                <a:latin typeface="+mj-lt"/>
              </a:defRPr>
            </a:lvl1pPr>
            <a:lvl2pPr marL="0" indent="0">
              <a:lnSpc>
                <a:spcPct val="100000"/>
              </a:lnSpc>
              <a:spcAft>
                <a:spcPts val="0"/>
              </a:spcAft>
              <a:defRPr sz="2399" b="0" cap="none" baseline="0">
                <a:solidFill>
                  <a:schemeClr val="tx1"/>
                </a:solidFill>
                <a:latin typeface="+mn-lt"/>
              </a:defRPr>
            </a:lvl2pPr>
            <a:lvl3pPr marL="0" indent="0">
              <a:lnSpc>
                <a:spcPct val="100000"/>
              </a:lnSpc>
              <a:spcAft>
                <a:spcPts val="0"/>
              </a:spcAft>
              <a:defRPr sz="1799" b="0" cap="none" baseline="0">
                <a:solidFill>
                  <a:schemeClr val="tx1"/>
                </a:solidFill>
                <a:latin typeface="+mn-lt"/>
              </a:defRPr>
            </a:lvl3pPr>
            <a:lvl4pPr marL="0" indent="0">
              <a:lnSpc>
                <a:spcPct val="100000"/>
              </a:lnSpc>
              <a:buNone/>
              <a:defRPr sz="1799" b="0" cap="none" baseline="0">
                <a:solidFill>
                  <a:schemeClr val="tx1"/>
                </a:solidFill>
                <a:latin typeface="+mn-lt"/>
              </a:defRPr>
            </a:lvl4pPr>
            <a:lvl5pPr marL="0" indent="0">
              <a:lnSpc>
                <a:spcPct val="100000"/>
              </a:lnSpc>
              <a:buNone/>
              <a:defRPr sz="1799" b="0" cap="none" baseline="0">
                <a:solidFill>
                  <a:schemeClr val="tx1"/>
                </a:solidFill>
                <a:latin typeface="+mn-lt"/>
              </a:defRPr>
            </a:lvl5pPr>
            <a:lvl6pPr marL="339581"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33721" y="5819809"/>
            <a:ext cx="3515479" cy="685057"/>
          </a:xfrm>
          <a:prstGeom prst="rect">
            <a:avLst/>
          </a:prstGeom>
        </p:spPr>
      </p:pic>
    </p:spTree>
    <p:extLst>
      <p:ext uri="{BB962C8B-B14F-4D97-AF65-F5344CB8AC3E}">
        <p14:creationId xmlns:p14="http://schemas.microsoft.com/office/powerpoint/2010/main" val="23377240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840">
          <p15:clr>
            <a:srgbClr val="FBAE40"/>
          </p15:clr>
        </p15:guide>
        <p15:guide id="3" pos="602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9" name="Group 8"/>
          <p:cNvGrpSpPr>
            <a:grpSpLocks noChangeAspect="1"/>
          </p:cNvGrpSpPr>
          <p:nvPr userDrawn="1"/>
        </p:nvGrpSpPr>
        <p:grpSpPr>
          <a:xfrm>
            <a:off x="3875274" y="905834"/>
            <a:ext cx="4316669" cy="4581837"/>
            <a:chOff x="3494539" y="1675327"/>
            <a:chExt cx="1371600" cy="1454950"/>
          </a:xfrm>
        </p:grpSpPr>
        <p:sp>
          <p:nvSpPr>
            <p:cNvPr id="13" name="Freeform 5"/>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FFEA00"/>
                </a:gs>
                <a:gs pos="100000">
                  <a:srgbClr val="FFB600"/>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20204" pitchFamily="34" charset="0"/>
                <a:cs typeface="Arial" panose="020B0604020202020204" pitchFamily="34" charset="0"/>
              </a:endParaRPr>
            </a:p>
          </p:txBody>
        </p:sp>
        <p:sp>
          <p:nvSpPr>
            <p:cNvPr id="14" name="Freeform 6"/>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FFEA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1848860" y="1936822"/>
            <a:ext cx="4244759" cy="2768046"/>
          </a:xfrm>
        </p:spPr>
        <p:txBody>
          <a:bodyPr tIns="0" anchor="t" anchorCtr="0">
            <a:noAutofit/>
          </a:bodyPr>
          <a:lstStyle>
            <a:lvl1pPr algn="l">
              <a:lnSpc>
                <a:spcPct val="70000"/>
              </a:lnSpc>
              <a:defRPr sz="5998">
                <a:solidFill>
                  <a:schemeClr val="tx1"/>
                </a:solidFill>
                <a:latin typeface="+mj-lt"/>
              </a:defRPr>
            </a:lvl1pPr>
          </a:lstStyle>
          <a:p>
            <a:r>
              <a:rPr lang="en-US" dirty="0"/>
              <a:t>Click to edit title</a:t>
            </a:r>
          </a:p>
        </p:txBody>
      </p:sp>
      <p:sp>
        <p:nvSpPr>
          <p:cNvPr id="8" name="Text Placeholder 7"/>
          <p:cNvSpPr>
            <a:spLocks noGrp="1"/>
          </p:cNvSpPr>
          <p:nvPr>
            <p:ph type="body" sz="quarter" idx="13" hasCustomPrompt="1"/>
          </p:nvPr>
        </p:nvSpPr>
        <p:spPr>
          <a:xfrm>
            <a:off x="9521280" y="436519"/>
            <a:ext cx="2285107" cy="3512940"/>
          </a:xfrm>
        </p:spPr>
        <p:txBody>
          <a:bodyPr>
            <a:noAutofit/>
          </a:bodyPr>
          <a:lstStyle>
            <a:lvl1pPr marL="0" indent="0">
              <a:lnSpc>
                <a:spcPct val="70000"/>
              </a:lnSpc>
              <a:defRPr sz="2799" b="0" baseline="0">
                <a:solidFill>
                  <a:schemeClr val="tx1"/>
                </a:solidFill>
                <a:latin typeface="+mj-lt"/>
              </a:defRPr>
            </a:lvl1pPr>
            <a:lvl2pPr marL="0" indent="0">
              <a:lnSpc>
                <a:spcPct val="100000"/>
              </a:lnSpc>
              <a:spcBef>
                <a:spcPts val="600"/>
              </a:spcBef>
              <a:spcAft>
                <a:spcPts val="0"/>
              </a:spcAft>
              <a:defRPr sz="1999" b="0" cap="none" baseline="0">
                <a:solidFill>
                  <a:schemeClr val="tx1"/>
                </a:solidFill>
                <a:latin typeface="+mn-lt"/>
              </a:defRPr>
            </a:lvl2pPr>
            <a:lvl3pPr marL="0" indent="0">
              <a:lnSpc>
                <a:spcPct val="100000"/>
              </a:lnSpc>
              <a:spcBef>
                <a:spcPts val="600"/>
              </a:spcBef>
              <a:spcAft>
                <a:spcPts val="0"/>
              </a:spcAft>
              <a:defRPr sz="1799" b="0" cap="none" baseline="0">
                <a:solidFill>
                  <a:schemeClr val="tx1"/>
                </a:solidFill>
                <a:latin typeface="+mn-lt"/>
              </a:defRPr>
            </a:lvl3pPr>
            <a:lvl4pPr marL="0" indent="0">
              <a:lnSpc>
                <a:spcPct val="100000"/>
              </a:lnSpc>
              <a:spcBef>
                <a:spcPts val="600"/>
              </a:spcBef>
              <a:buNone/>
              <a:defRPr sz="1799" b="0" cap="none" baseline="0">
                <a:solidFill>
                  <a:schemeClr val="tx1"/>
                </a:solidFill>
                <a:latin typeface="+mn-lt"/>
              </a:defRPr>
            </a:lvl4pPr>
            <a:lvl5pPr marL="0" indent="0">
              <a:lnSpc>
                <a:spcPct val="100000"/>
              </a:lnSpc>
              <a:spcBef>
                <a:spcPts val="600"/>
              </a:spcBef>
              <a:buNone/>
              <a:defRPr sz="1799" b="0" cap="none" baseline="0">
                <a:solidFill>
                  <a:schemeClr val="tx1"/>
                </a:solidFill>
                <a:latin typeface="+mn-lt"/>
              </a:defRPr>
            </a:lvl5pPr>
            <a:lvl6pPr marL="339581"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01828" y="5831995"/>
            <a:ext cx="3451465" cy="672582"/>
          </a:xfrm>
          <a:prstGeom prst="rect">
            <a:avLst/>
          </a:prstGeom>
        </p:spPr>
      </p:pic>
    </p:spTree>
    <p:extLst>
      <p:ext uri="{BB962C8B-B14F-4D97-AF65-F5344CB8AC3E}">
        <p14:creationId xmlns:p14="http://schemas.microsoft.com/office/powerpoint/2010/main" val="449002358"/>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9" name="Freeform 6"/>
          <p:cNvSpPr>
            <a:spLocks noChangeAspect="1"/>
          </p:cNvSpPr>
          <p:nvPr userDrawn="1"/>
        </p:nvSpPr>
        <p:spPr bwMode="auto">
          <a:xfrm>
            <a:off x="3870683" y="923983"/>
            <a:ext cx="4387963" cy="4546788"/>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FFEA00"/>
              </a:gs>
              <a:gs pos="100000">
                <a:srgbClr val="FFB600"/>
              </a:gs>
            </a:gsLst>
            <a:lin ang="0" scaled="0"/>
          </a:gradFill>
          <a:ln>
            <a:noFill/>
          </a:ln>
        </p:spPr>
        <p:txBody>
          <a:bodyPr vert="horz" wrap="square" lIns="91404" tIns="45702" rIns="91404" bIns="45702" numCol="1" anchor="t" anchorCtr="0" compatLnSpc="1">
            <a:prstTxWarp prst="textNoShape">
              <a:avLst/>
            </a:prstTxWarp>
          </a:bodyPr>
          <a:lstStyle/>
          <a:p>
            <a:endParaRPr lang="en-US"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1848860" y="1943550"/>
            <a:ext cx="4244759" cy="2858162"/>
          </a:xfrm>
        </p:spPr>
        <p:txBody>
          <a:bodyPr tIns="0" anchor="t" anchorCtr="0">
            <a:noAutofit/>
          </a:bodyPr>
          <a:lstStyle>
            <a:lvl1pPr algn="l">
              <a:lnSpc>
                <a:spcPct val="70000"/>
              </a:lnSpc>
              <a:defRPr sz="5998">
                <a:solidFill>
                  <a:schemeClr val="tx1"/>
                </a:solidFill>
                <a:latin typeface="+mj-lt"/>
              </a:defRPr>
            </a:lvl1pPr>
          </a:lstStyle>
          <a:p>
            <a:r>
              <a:rPr lang="en-US" dirty="0"/>
              <a:t>Click to edit title</a:t>
            </a:r>
          </a:p>
        </p:txBody>
      </p:sp>
      <p:sp>
        <p:nvSpPr>
          <p:cNvPr id="8" name="Text Placeholder 7"/>
          <p:cNvSpPr>
            <a:spLocks noGrp="1"/>
          </p:cNvSpPr>
          <p:nvPr>
            <p:ph type="body" sz="quarter" idx="13" hasCustomPrompt="1"/>
          </p:nvPr>
        </p:nvSpPr>
        <p:spPr>
          <a:xfrm>
            <a:off x="9521280" y="436519"/>
            <a:ext cx="2285107" cy="3512940"/>
          </a:xfrm>
        </p:spPr>
        <p:txBody>
          <a:bodyPr>
            <a:noAutofit/>
          </a:bodyPr>
          <a:lstStyle>
            <a:lvl1pPr marL="0" indent="0">
              <a:lnSpc>
                <a:spcPct val="70000"/>
              </a:lnSpc>
              <a:defRPr sz="2799" b="0" baseline="0">
                <a:solidFill>
                  <a:schemeClr val="tx1"/>
                </a:solidFill>
                <a:latin typeface="+mj-lt"/>
              </a:defRPr>
            </a:lvl1pPr>
            <a:lvl2pPr marL="0" indent="0">
              <a:lnSpc>
                <a:spcPct val="100000"/>
              </a:lnSpc>
              <a:spcBef>
                <a:spcPts val="600"/>
              </a:spcBef>
              <a:spcAft>
                <a:spcPts val="0"/>
              </a:spcAft>
              <a:defRPr sz="1999" b="0" cap="none" baseline="0">
                <a:solidFill>
                  <a:schemeClr val="tx1"/>
                </a:solidFill>
                <a:latin typeface="+mn-lt"/>
              </a:defRPr>
            </a:lvl2pPr>
            <a:lvl3pPr marL="0" indent="0">
              <a:lnSpc>
                <a:spcPct val="100000"/>
              </a:lnSpc>
              <a:spcBef>
                <a:spcPts val="600"/>
              </a:spcBef>
              <a:spcAft>
                <a:spcPts val="0"/>
              </a:spcAft>
              <a:defRPr sz="1799" b="0" cap="none" baseline="0">
                <a:solidFill>
                  <a:schemeClr val="tx1"/>
                </a:solidFill>
                <a:latin typeface="+mn-lt"/>
              </a:defRPr>
            </a:lvl3pPr>
            <a:lvl4pPr marL="0" indent="0">
              <a:lnSpc>
                <a:spcPct val="100000"/>
              </a:lnSpc>
              <a:spcBef>
                <a:spcPts val="600"/>
              </a:spcBef>
              <a:buNone/>
              <a:defRPr sz="1799" b="0" cap="none" baseline="0">
                <a:solidFill>
                  <a:schemeClr val="tx1"/>
                </a:solidFill>
                <a:latin typeface="+mn-lt"/>
              </a:defRPr>
            </a:lvl4pPr>
            <a:lvl5pPr marL="0" indent="0">
              <a:lnSpc>
                <a:spcPct val="100000"/>
              </a:lnSpc>
              <a:spcBef>
                <a:spcPts val="600"/>
              </a:spcBef>
              <a:buNone/>
              <a:defRPr sz="1799" b="0" cap="none" baseline="0">
                <a:solidFill>
                  <a:schemeClr val="tx1"/>
                </a:solidFill>
                <a:latin typeface="+mn-lt"/>
              </a:defRPr>
            </a:lvl5pPr>
            <a:lvl6pPr marL="339581"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01828" y="5831995"/>
            <a:ext cx="3451465" cy="672582"/>
          </a:xfrm>
          <a:prstGeom prst="rect">
            <a:avLst/>
          </a:prstGeom>
        </p:spPr>
      </p:pic>
    </p:spTree>
    <p:extLst>
      <p:ext uri="{BB962C8B-B14F-4D97-AF65-F5344CB8AC3E}">
        <p14:creationId xmlns:p14="http://schemas.microsoft.com/office/powerpoint/2010/main" val="1783762278"/>
      </p:ext>
    </p:extLst>
  </p:cSld>
  <p:clrMapOvr>
    <a:masterClrMapping/>
  </p:clrMapOvr>
  <p:extLst>
    <p:ext uri="{DCECCB84-F9BA-43D5-87BE-67443E8EF086}">
      <p15:sldGuideLst xmlns:p15="http://schemas.microsoft.com/office/powerpoint/2012/main">
        <p15:guide id="1" pos="3840">
          <p15:clr>
            <a:srgbClr val="FBAE40"/>
          </p15:clr>
        </p15:guide>
        <p15:guide id="2" pos="60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9" name="Freeform 6"/>
          <p:cNvSpPr>
            <a:spLocks noChangeAspect="1"/>
          </p:cNvSpPr>
          <p:nvPr userDrawn="1"/>
        </p:nvSpPr>
        <p:spPr bwMode="auto">
          <a:xfrm>
            <a:off x="3876956" y="880944"/>
            <a:ext cx="4435458" cy="4596002"/>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FFB600"/>
            </a:solidFill>
          </a:ln>
        </p:spPr>
        <p:txBody>
          <a:bodyPr vert="horz" wrap="square" lIns="91404" tIns="45702" rIns="91404" bIns="45702" numCol="1" anchor="t" anchorCtr="0" compatLnSpc="1">
            <a:prstTxWarp prst="textNoShape">
              <a:avLst/>
            </a:prstTxWarp>
          </a:bodyPr>
          <a:lstStyle/>
          <a:p>
            <a:endParaRPr lang="en-US"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1848860" y="1943550"/>
            <a:ext cx="4244759" cy="2858162"/>
          </a:xfrm>
        </p:spPr>
        <p:txBody>
          <a:bodyPr tIns="0" anchor="t" anchorCtr="0">
            <a:noAutofit/>
          </a:bodyPr>
          <a:lstStyle>
            <a:lvl1pPr algn="l">
              <a:lnSpc>
                <a:spcPct val="70000"/>
              </a:lnSpc>
              <a:defRPr sz="5998">
                <a:solidFill>
                  <a:schemeClr val="tx1"/>
                </a:solidFill>
                <a:latin typeface="+mj-lt"/>
              </a:defRPr>
            </a:lvl1pPr>
          </a:lstStyle>
          <a:p>
            <a:r>
              <a:rPr lang="en-US" dirty="0"/>
              <a:t>Click to edit title</a:t>
            </a:r>
          </a:p>
        </p:txBody>
      </p:sp>
      <p:sp>
        <p:nvSpPr>
          <p:cNvPr id="8" name="Text Placeholder 7"/>
          <p:cNvSpPr>
            <a:spLocks noGrp="1"/>
          </p:cNvSpPr>
          <p:nvPr>
            <p:ph type="body" sz="quarter" idx="13" hasCustomPrompt="1"/>
          </p:nvPr>
        </p:nvSpPr>
        <p:spPr>
          <a:xfrm>
            <a:off x="9521280" y="436519"/>
            <a:ext cx="2285107" cy="3512940"/>
          </a:xfrm>
        </p:spPr>
        <p:txBody>
          <a:bodyPr>
            <a:noAutofit/>
          </a:bodyPr>
          <a:lstStyle>
            <a:lvl1pPr marL="0" indent="0">
              <a:lnSpc>
                <a:spcPct val="70000"/>
              </a:lnSpc>
              <a:defRPr sz="2799" b="0" baseline="0">
                <a:solidFill>
                  <a:schemeClr val="tx1"/>
                </a:solidFill>
                <a:latin typeface="+mj-lt"/>
              </a:defRPr>
            </a:lvl1pPr>
            <a:lvl2pPr marL="0" indent="0">
              <a:lnSpc>
                <a:spcPct val="100000"/>
              </a:lnSpc>
              <a:spcBef>
                <a:spcPts val="600"/>
              </a:spcBef>
              <a:spcAft>
                <a:spcPts val="0"/>
              </a:spcAft>
              <a:defRPr sz="1999" b="0" cap="none" baseline="0">
                <a:solidFill>
                  <a:schemeClr val="tx1"/>
                </a:solidFill>
                <a:latin typeface="+mn-lt"/>
              </a:defRPr>
            </a:lvl2pPr>
            <a:lvl3pPr marL="0" indent="0">
              <a:lnSpc>
                <a:spcPct val="100000"/>
              </a:lnSpc>
              <a:spcBef>
                <a:spcPts val="600"/>
              </a:spcBef>
              <a:spcAft>
                <a:spcPts val="0"/>
              </a:spcAft>
              <a:defRPr sz="1799" b="0" cap="none" baseline="0">
                <a:solidFill>
                  <a:schemeClr val="tx1"/>
                </a:solidFill>
                <a:latin typeface="+mn-lt"/>
              </a:defRPr>
            </a:lvl3pPr>
            <a:lvl4pPr marL="0" indent="0">
              <a:lnSpc>
                <a:spcPct val="100000"/>
              </a:lnSpc>
              <a:spcBef>
                <a:spcPts val="600"/>
              </a:spcBef>
              <a:buNone/>
              <a:defRPr sz="1799" b="0" cap="none" baseline="0">
                <a:solidFill>
                  <a:schemeClr val="tx1"/>
                </a:solidFill>
                <a:latin typeface="+mn-lt"/>
              </a:defRPr>
            </a:lvl4pPr>
            <a:lvl5pPr marL="0" indent="0">
              <a:lnSpc>
                <a:spcPct val="100000"/>
              </a:lnSpc>
              <a:spcBef>
                <a:spcPts val="600"/>
              </a:spcBef>
              <a:buNone/>
              <a:defRPr sz="1799" b="0" cap="none" baseline="0">
                <a:solidFill>
                  <a:schemeClr val="tx1"/>
                </a:solidFill>
                <a:latin typeface="+mn-lt"/>
              </a:defRPr>
            </a:lvl5pPr>
            <a:lvl6pPr marL="339581"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01828" y="5831995"/>
            <a:ext cx="3451465" cy="672582"/>
          </a:xfrm>
          <a:prstGeom prst="rect">
            <a:avLst/>
          </a:prstGeom>
        </p:spPr>
      </p:pic>
    </p:spTree>
    <p:extLst>
      <p:ext uri="{BB962C8B-B14F-4D97-AF65-F5344CB8AC3E}">
        <p14:creationId xmlns:p14="http://schemas.microsoft.com/office/powerpoint/2010/main" val="241599386"/>
      </p:ext>
    </p:extLst>
  </p:cSld>
  <p:clrMapOvr>
    <a:masterClrMapping/>
  </p:clrMapOvr>
  <p:extLst>
    <p:ext uri="{DCECCB84-F9BA-43D5-87BE-67443E8EF086}">
      <p15:sldGuideLst xmlns:p15="http://schemas.microsoft.com/office/powerpoint/2012/main">
        <p15:guide id="1" pos="3840">
          <p15:clr>
            <a:srgbClr val="FBAE40"/>
          </p15:clr>
        </p15:guide>
        <p15:guide id="2" pos="600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extLst>
              <p:ext uri="{D42A27DB-BD31-4B8C-83A1-F6EECF244321}">
                <p14:modId xmlns:p14="http://schemas.microsoft.com/office/powerpoint/2010/main" val="31883992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a:t>
            </a:r>
            <a:r>
              <a:rPr lang="sk-SK"/>
              <a:t>© 2018 </a:t>
            </a:r>
            <a:r>
              <a:rPr lang="en-US"/>
              <a:t>Accenture. All rights reserved.</a:t>
            </a:r>
            <a:endParaRPr lang="en-US" dirty="0"/>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0851" y="1829226"/>
            <a:ext cx="5712768" cy="4690561"/>
          </a:xfrm>
        </p:spPr>
        <p:txBody>
          <a:bodyPr>
            <a:normAutofit/>
          </a:bodyPr>
          <a:lstStyle>
            <a:lvl1pPr>
              <a:defRPr sz="2399"/>
            </a:lvl1pPr>
            <a:lvl2pPr>
              <a:spcAft>
                <a:spcPts val="1200"/>
              </a:spcAft>
              <a:defRPr sz="1999"/>
            </a:lvl2pPr>
            <a:lvl3pPr marL="514132" indent="-230090">
              <a:buFont typeface="Graphik" panose="020B0503030202060203" pitchFamily="34" charset="0"/>
              <a:buChar char="–"/>
              <a:defRPr sz="1599"/>
            </a:lvl3pPr>
            <a:lvl5pPr marL="856886" indent="-177725">
              <a:buFont typeface="Graphik" panose="020B0503030202060203" pitchFamily="34" charset="0"/>
              <a:buChar char="–"/>
              <a:defRPr/>
            </a:lvl5pPr>
          </a:lstStyle>
          <a:p>
            <a:pPr lvl="0"/>
            <a:r>
              <a:rPr lang="en-US" dirty="0"/>
              <a:t>Edit Master text styles</a:t>
            </a:r>
          </a:p>
          <a:p>
            <a:pPr lvl="1"/>
            <a:r>
              <a:rPr lang="en-US" dirty="0"/>
              <a:t>Second level</a:t>
            </a:r>
          </a:p>
          <a:p>
            <a:pPr lvl="2"/>
            <a:r>
              <a:rPr lang="en-US" dirty="0"/>
              <a:t>Third level</a:t>
            </a:r>
          </a:p>
        </p:txBody>
      </p:sp>
      <p:sp>
        <p:nvSpPr>
          <p:cNvPr id="11" name="Title 10"/>
          <p:cNvSpPr>
            <a:spLocks noGrp="1"/>
          </p:cNvSpPr>
          <p:nvPr>
            <p:ph type="title"/>
          </p:nvPr>
        </p:nvSpPr>
        <p:spPr>
          <a:xfrm>
            <a:off x="380851" y="381088"/>
            <a:ext cx="5712768" cy="990830"/>
          </a:xfrm>
        </p:spPr>
        <p:txBody>
          <a:bodyPr/>
          <a:lstStyle/>
          <a:p>
            <a:r>
              <a:rPr lang="en-US" dirty="0"/>
              <a:t>Click to edit Master title style</a:t>
            </a:r>
          </a:p>
        </p:txBody>
      </p:sp>
      <p:sp>
        <p:nvSpPr>
          <p:cNvPr id="8" name="Content Placeholder 5"/>
          <p:cNvSpPr>
            <a:spLocks noGrp="1"/>
          </p:cNvSpPr>
          <p:nvPr>
            <p:ph sz="quarter" idx="19"/>
          </p:nvPr>
        </p:nvSpPr>
        <p:spPr>
          <a:xfrm>
            <a:off x="6093619" y="1829226"/>
            <a:ext cx="5712768" cy="4690561"/>
          </a:xfrm>
        </p:spPr>
        <p:txBody>
          <a:bodyPr>
            <a:normAutofit/>
          </a:bodyPr>
          <a:lstStyle>
            <a:lvl1pPr>
              <a:defRPr sz="2399"/>
            </a:lvl1pPr>
            <a:lvl2pPr>
              <a:spcAft>
                <a:spcPts val="1200"/>
              </a:spcAft>
              <a:defRPr sz="1999"/>
            </a:lvl2pPr>
            <a:lvl3pPr marL="514132" indent="-230090">
              <a:buFont typeface="Graphik" panose="020B0503030202060203" pitchFamily="34" charset="0"/>
              <a:buChar char="–"/>
              <a:defRPr sz="1599"/>
            </a:lvl3pPr>
            <a:lvl5pPr marL="856886" indent="-177725">
              <a:buFont typeface="Graphik" panose="020B0503030202060203" pitchFamily="34" charset="0"/>
              <a:buChar cha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263709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07754DD-8FA0-4A2C-A8E9-7128DFDC71AC}"/>
              </a:ext>
            </a:extLst>
          </p:cNvPr>
          <p:cNvGraphicFramePr>
            <a:graphicFrameLocks noChangeAspect="1"/>
          </p:cNvGraphicFramePr>
          <p:nvPr userDrawn="1">
            <p:custDataLst>
              <p:tags r:id="rId8"/>
            </p:custDataLst>
            <p:extLst>
              <p:ext uri="{D42A27DB-BD31-4B8C-83A1-F6EECF244321}">
                <p14:modId xmlns:p14="http://schemas.microsoft.com/office/powerpoint/2010/main" val="36987585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9" imgW="530" imgH="531" progId="TCLayout.ActiveDocument.1">
                  <p:embed/>
                </p:oleObj>
              </mc:Choice>
              <mc:Fallback>
                <p:oleObj name="think-cell Slide" r:id="rId9" imgW="530" imgH="531" progId="TCLayout.ActiveDocument.1">
                  <p:embed/>
                  <p:pic>
                    <p:nvPicPr>
                      <p:cNvPr id="4" name="Object 3" hidden="1">
                        <a:extLst>
                          <a:ext uri="{FF2B5EF4-FFF2-40B4-BE49-F238E27FC236}">
                            <a16:creationId xmlns:a16="http://schemas.microsoft.com/office/drawing/2014/main" id="{007754DD-8FA0-4A2C-A8E9-7128DFDC71AC}"/>
                          </a:ext>
                        </a:extLst>
                      </p:cNvPr>
                      <p:cNvPicPr/>
                      <p:nvPr/>
                    </p:nvPicPr>
                    <p:blipFill>
                      <a:blip r:embed="rId10"/>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380851" y="381090"/>
            <a:ext cx="11425536" cy="129570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380851" y="1829224"/>
            <a:ext cx="11425536" cy="4687385"/>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1840166191"/>
      </p:ext>
    </p:extLst>
  </p:cSld>
  <p:clrMap bg1="lt1" tx1="dk1" bg2="lt2" tx2="dk2" accent1="accent1" accent2="accent2" accent3="accent3" accent4="accent4" accent5="accent5" accent6="accent6" hlink="hlink" folHlink="folHlink"/>
  <p:sldLayoutIdLst>
    <p:sldLayoutId id="2147485622" r:id="rId1"/>
    <p:sldLayoutId id="2147485623" r:id="rId2"/>
    <p:sldLayoutId id="2147485624" r:id="rId3"/>
    <p:sldLayoutId id="2147485625" r:id="rId4"/>
    <p:sldLayoutId id="2147485626" r:id="rId5"/>
    <p:sldLayoutId id="2147485627" r:id="rId6"/>
  </p:sldLayoutIdLst>
  <p:hf hdr="0"/>
  <p:txStyles>
    <p:titleStyle>
      <a:lvl1pPr marL="0" indent="0" algn="l" defTabSz="914011" rtl="0" eaLnBrk="1" latinLnBrk="0" hangingPunct="1">
        <a:lnSpc>
          <a:spcPct val="70000"/>
        </a:lnSpc>
        <a:spcBef>
          <a:spcPct val="0"/>
        </a:spcBef>
        <a:buNone/>
        <a:defRPr sz="3998" b="0" kern="1200" cap="all" baseline="0">
          <a:solidFill>
            <a:schemeClr val="tx1"/>
          </a:solidFill>
          <a:latin typeface="+mj-lt"/>
          <a:ea typeface="+mj-ea"/>
          <a:cs typeface="+mj-cs"/>
        </a:defRPr>
      </a:lvl1pPr>
    </p:titleStyle>
    <p:bodyStyle>
      <a:lvl1pPr marL="0" indent="0" algn="l" defTabSz="914011" rtl="0" eaLnBrk="1" latinLnBrk="0" hangingPunct="1">
        <a:lnSpc>
          <a:spcPct val="85000"/>
        </a:lnSpc>
        <a:spcBef>
          <a:spcPts val="0"/>
        </a:spcBef>
        <a:buFont typeface="Arial" panose="020B0604020202020204" pitchFamily="34" charset="0"/>
        <a:buNone/>
        <a:defRPr sz="1799" b="0" kern="1200" cap="all" baseline="0">
          <a:solidFill>
            <a:schemeClr val="tx1"/>
          </a:solidFill>
          <a:latin typeface="+mj-lt"/>
          <a:ea typeface="+mn-ea"/>
          <a:cs typeface="+mn-cs"/>
        </a:defRPr>
      </a:lvl1pPr>
      <a:lvl2pPr marL="0" indent="0" algn="l" defTabSz="914011" rtl="0" eaLnBrk="1" latinLnBrk="0" hangingPunct="1">
        <a:lnSpc>
          <a:spcPct val="90000"/>
        </a:lnSpc>
        <a:spcBef>
          <a:spcPts val="0"/>
        </a:spcBef>
        <a:spcAft>
          <a:spcPts val="1200"/>
        </a:spcAft>
        <a:buFont typeface="Arial" panose="020B0604020202020204" pitchFamily="34" charset="0"/>
        <a:buNone/>
        <a:defRPr sz="2799" kern="1200">
          <a:solidFill>
            <a:schemeClr val="tx1"/>
          </a:solidFill>
          <a:latin typeface="+mn-lt"/>
          <a:ea typeface="+mn-ea"/>
          <a:cs typeface="+mn-cs"/>
        </a:defRPr>
      </a:lvl2pPr>
      <a:lvl3pPr marL="0" indent="0" algn="l" defTabSz="914011" rtl="0" eaLnBrk="1" latinLnBrk="0" hangingPunct="1">
        <a:lnSpc>
          <a:spcPct val="110000"/>
        </a:lnSpc>
        <a:spcBef>
          <a:spcPts val="0"/>
        </a:spcBef>
        <a:spcAft>
          <a:spcPts val="900"/>
        </a:spcAft>
        <a:buFont typeface="Arial" panose="020B0604020202020204" pitchFamily="34" charset="0"/>
        <a:buNone/>
        <a:defRPr sz="1799" kern="1200">
          <a:solidFill>
            <a:schemeClr val="tx1"/>
          </a:solidFill>
          <a:latin typeface="+mn-lt"/>
          <a:ea typeface="+mn-ea"/>
          <a:cs typeface="+mn-cs"/>
        </a:defRPr>
      </a:lvl3pPr>
      <a:lvl4pPr marL="172965" indent="-169790" algn="l" defTabSz="914011" rtl="0" eaLnBrk="1" latinLnBrk="0" hangingPunct="1">
        <a:lnSpc>
          <a:spcPct val="110000"/>
        </a:lnSpc>
        <a:spcBef>
          <a:spcPts val="0"/>
        </a:spcBef>
        <a:spcAft>
          <a:spcPts val="0"/>
        </a:spcAft>
        <a:buFont typeface="Arial" panose="020B0604020202020204" pitchFamily="34" charset="0"/>
        <a:buChar char="•"/>
        <a:defRPr sz="1799" kern="1200">
          <a:solidFill>
            <a:schemeClr val="tx1"/>
          </a:solidFill>
          <a:latin typeface="+mn-lt"/>
          <a:ea typeface="+mn-ea"/>
          <a:cs typeface="+mn-cs"/>
        </a:defRPr>
      </a:lvl4pPr>
      <a:lvl5pPr marL="345928" indent="-177725" algn="l" defTabSz="914011" rtl="0" eaLnBrk="1" latinLnBrk="0" hangingPunct="1">
        <a:lnSpc>
          <a:spcPct val="110000"/>
        </a:lnSpc>
        <a:spcBef>
          <a:spcPts val="0"/>
        </a:spcBef>
        <a:spcAft>
          <a:spcPts val="0"/>
        </a:spcAft>
        <a:buFont typeface="Graphik" panose="020B0503030202060203" pitchFamily="34" charset="0"/>
        <a:buChar char="–"/>
        <a:defRPr sz="1399" kern="1200">
          <a:solidFill>
            <a:schemeClr val="tx1"/>
          </a:solidFill>
          <a:latin typeface="+mn-lt"/>
          <a:ea typeface="+mn-ea"/>
          <a:cs typeface="+mn-cs"/>
        </a:defRPr>
      </a:lvl5pPr>
      <a:lvl6pPr marL="512545" indent="-172965" algn="l" defTabSz="914011" rtl="0" eaLnBrk="1" latinLnBrk="0" hangingPunct="1">
        <a:lnSpc>
          <a:spcPct val="90000"/>
        </a:lnSpc>
        <a:spcBef>
          <a:spcPts val="500"/>
        </a:spcBef>
        <a:buFont typeface="Arial" panose="020B0604020202020204" pitchFamily="34" charset="0"/>
        <a:buChar char="•"/>
        <a:defRPr sz="1399" kern="1200">
          <a:solidFill>
            <a:schemeClr val="tx1"/>
          </a:solidFill>
          <a:latin typeface="+mn-lt"/>
          <a:ea typeface="+mn-ea"/>
          <a:cs typeface="+mn-cs"/>
        </a:defRPr>
      </a:lvl6pPr>
      <a:lvl7pPr marL="0" indent="0" algn="l" defTabSz="914011"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011" rtl="0" eaLnBrk="1" latinLnBrk="0" hangingPunct="1">
        <a:lnSpc>
          <a:spcPct val="100000"/>
        </a:lnSpc>
        <a:spcBef>
          <a:spcPts val="0"/>
        </a:spcBef>
        <a:spcAft>
          <a:spcPts val="800"/>
        </a:spcAft>
        <a:buFont typeface="Arial" panose="020B0604020202020204" pitchFamily="34" charset="0"/>
        <a:buNone/>
        <a:defRPr sz="1799" kern="1200" baseline="0">
          <a:solidFill>
            <a:schemeClr val="tx1"/>
          </a:solidFill>
          <a:latin typeface="+mn-lt"/>
          <a:ea typeface="+mn-ea"/>
          <a:cs typeface="+mn-cs"/>
        </a:defRPr>
      </a:lvl8pPr>
      <a:lvl9pPr marL="0" indent="0" algn="l" defTabSz="914011"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011" rtl="0" eaLnBrk="1" latinLnBrk="0" hangingPunct="1">
        <a:defRPr sz="1799" kern="1200">
          <a:solidFill>
            <a:schemeClr val="tx1"/>
          </a:solidFill>
          <a:latin typeface="+mn-lt"/>
          <a:ea typeface="+mn-ea"/>
          <a:cs typeface="+mn-cs"/>
        </a:defRPr>
      </a:lvl1pPr>
      <a:lvl2pPr marL="457006" algn="l" defTabSz="914011" rtl="0" eaLnBrk="1" latinLnBrk="0" hangingPunct="1">
        <a:defRPr sz="1799" kern="1200">
          <a:solidFill>
            <a:schemeClr val="tx1"/>
          </a:solidFill>
          <a:latin typeface="+mn-lt"/>
          <a:ea typeface="+mn-ea"/>
          <a:cs typeface="+mn-cs"/>
        </a:defRPr>
      </a:lvl2pPr>
      <a:lvl3pPr marL="914011" algn="l" defTabSz="914011" rtl="0" eaLnBrk="1" latinLnBrk="0" hangingPunct="1">
        <a:defRPr sz="1799" kern="1200">
          <a:solidFill>
            <a:schemeClr val="tx1"/>
          </a:solidFill>
          <a:latin typeface="+mn-lt"/>
          <a:ea typeface="+mn-ea"/>
          <a:cs typeface="+mn-cs"/>
        </a:defRPr>
      </a:lvl3pPr>
      <a:lvl4pPr marL="1371017" algn="l" defTabSz="914011" rtl="0" eaLnBrk="1" latinLnBrk="0" hangingPunct="1">
        <a:defRPr sz="1799" kern="1200">
          <a:solidFill>
            <a:schemeClr val="tx1"/>
          </a:solidFill>
          <a:latin typeface="+mn-lt"/>
          <a:ea typeface="+mn-ea"/>
          <a:cs typeface="+mn-cs"/>
        </a:defRPr>
      </a:lvl4pPr>
      <a:lvl5pPr marL="1828022" algn="l" defTabSz="914011" rtl="0" eaLnBrk="1" latinLnBrk="0" hangingPunct="1">
        <a:defRPr sz="1799" kern="1200">
          <a:solidFill>
            <a:schemeClr val="tx1"/>
          </a:solidFill>
          <a:latin typeface="+mn-lt"/>
          <a:ea typeface="+mn-ea"/>
          <a:cs typeface="+mn-cs"/>
        </a:defRPr>
      </a:lvl5pPr>
      <a:lvl6pPr marL="2285029" algn="l" defTabSz="914011" rtl="0" eaLnBrk="1" latinLnBrk="0" hangingPunct="1">
        <a:defRPr sz="1799" kern="1200">
          <a:solidFill>
            <a:schemeClr val="tx1"/>
          </a:solidFill>
          <a:latin typeface="+mn-lt"/>
          <a:ea typeface="+mn-ea"/>
          <a:cs typeface="+mn-cs"/>
        </a:defRPr>
      </a:lvl6pPr>
      <a:lvl7pPr marL="2742034" algn="l" defTabSz="914011" rtl="0" eaLnBrk="1" latinLnBrk="0" hangingPunct="1">
        <a:defRPr sz="1799" kern="1200">
          <a:solidFill>
            <a:schemeClr val="tx1"/>
          </a:solidFill>
          <a:latin typeface="+mn-lt"/>
          <a:ea typeface="+mn-ea"/>
          <a:cs typeface="+mn-cs"/>
        </a:defRPr>
      </a:lvl7pPr>
      <a:lvl8pPr marL="3199040" algn="l" defTabSz="914011" rtl="0" eaLnBrk="1" latinLnBrk="0" hangingPunct="1">
        <a:defRPr sz="1799" kern="1200">
          <a:solidFill>
            <a:schemeClr val="tx1"/>
          </a:solidFill>
          <a:latin typeface="+mn-lt"/>
          <a:ea typeface="+mn-ea"/>
          <a:cs typeface="+mn-cs"/>
        </a:defRPr>
      </a:lvl8pPr>
      <a:lvl9pPr marL="3656046" algn="l" defTabSz="914011"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FA86D3E3-108E-4FB4-97C9-5F91DE959D2E}"/>
              </a:ext>
            </a:extLst>
          </p:cNvPr>
          <p:cNvSpPr/>
          <p:nvPr/>
        </p:nvSpPr>
        <p:spPr>
          <a:xfrm>
            <a:off x="121" y="-95685"/>
            <a:ext cx="12187238" cy="2094681"/>
          </a:xfrm>
          <a:custGeom>
            <a:avLst/>
            <a:gdLst>
              <a:gd name="connsiteX0" fmla="*/ 1442474 w 12187238"/>
              <a:gd name="connsiteY0" fmla="*/ 119015 h 2094681"/>
              <a:gd name="connsiteX1" fmla="*/ 514149 w 12187238"/>
              <a:gd name="connsiteY1" fmla="*/ 1047340 h 2094681"/>
              <a:gd name="connsiteX2" fmla="*/ 1442474 w 12187238"/>
              <a:gd name="connsiteY2" fmla="*/ 1975665 h 2094681"/>
              <a:gd name="connsiteX3" fmla="*/ 2370799 w 12187238"/>
              <a:gd name="connsiteY3" fmla="*/ 1047340 h 2094681"/>
              <a:gd name="connsiteX4" fmla="*/ 1442474 w 12187238"/>
              <a:gd name="connsiteY4" fmla="*/ 119015 h 2094681"/>
              <a:gd name="connsiteX5" fmla="*/ 0 w 12187238"/>
              <a:gd name="connsiteY5" fmla="*/ 0 h 2094681"/>
              <a:gd name="connsiteX6" fmla="*/ 12187238 w 12187238"/>
              <a:gd name="connsiteY6" fmla="*/ 0 h 2094681"/>
              <a:gd name="connsiteX7" fmla="*/ 12187238 w 12187238"/>
              <a:gd name="connsiteY7" fmla="*/ 2094681 h 2094681"/>
              <a:gd name="connsiteX8" fmla="*/ 0 w 12187238"/>
              <a:gd name="connsiteY8" fmla="*/ 2094681 h 209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87238" h="2094681">
                <a:moveTo>
                  <a:pt x="1442474" y="119015"/>
                </a:moveTo>
                <a:cubicBezTo>
                  <a:pt x="929774" y="119015"/>
                  <a:pt x="514149" y="534640"/>
                  <a:pt x="514149" y="1047340"/>
                </a:cubicBezTo>
                <a:cubicBezTo>
                  <a:pt x="514149" y="1560040"/>
                  <a:pt x="929774" y="1975665"/>
                  <a:pt x="1442474" y="1975665"/>
                </a:cubicBezTo>
                <a:cubicBezTo>
                  <a:pt x="1955174" y="1975665"/>
                  <a:pt x="2370799" y="1560040"/>
                  <a:pt x="2370799" y="1047340"/>
                </a:cubicBezTo>
                <a:cubicBezTo>
                  <a:pt x="2370799" y="534640"/>
                  <a:pt x="1955174" y="119015"/>
                  <a:pt x="1442474" y="119015"/>
                </a:cubicBezTo>
                <a:close/>
                <a:moveTo>
                  <a:pt x="0" y="0"/>
                </a:moveTo>
                <a:lnTo>
                  <a:pt x="12187238" y="0"/>
                </a:lnTo>
                <a:lnTo>
                  <a:pt x="12187238" y="2094681"/>
                </a:lnTo>
                <a:lnTo>
                  <a:pt x="0" y="209468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99" dirty="0"/>
          </a:p>
        </p:txBody>
      </p:sp>
      <p:sp>
        <p:nvSpPr>
          <p:cNvPr id="9" name="Title 2"/>
          <p:cNvSpPr>
            <a:spLocks noGrp="1"/>
          </p:cNvSpPr>
          <p:nvPr>
            <p:ph type="title"/>
          </p:nvPr>
        </p:nvSpPr>
        <p:spPr>
          <a:xfrm>
            <a:off x="2628950" y="382983"/>
            <a:ext cx="7902663" cy="1612085"/>
          </a:xfrm>
        </p:spPr>
        <p:txBody>
          <a:bodyPr>
            <a:normAutofit/>
          </a:bodyPr>
          <a:lstStyle/>
          <a:p>
            <a:r>
              <a:rPr lang="en-US" dirty="0">
                <a:solidFill>
                  <a:srgbClr val="28ACE2"/>
                </a:solidFill>
              </a:rPr>
              <a:t>Arun Shetty</a:t>
            </a:r>
            <a:br>
              <a:rPr lang="en-US" dirty="0">
                <a:solidFill>
                  <a:srgbClr val="28ACE2"/>
                </a:solidFill>
              </a:rPr>
            </a:br>
            <a:r>
              <a:rPr lang="en-US" sz="1100" b="1" i="0" dirty="0">
                <a:effectLst/>
                <a:latin typeface="Segoe UI" panose="020B0502040204020203" pitchFamily="34" charset="0"/>
              </a:rPr>
              <a:t>Cloud Tech Arch Delivery Assoc Manager</a:t>
            </a:r>
            <a:endParaRPr lang="en-US" sz="1200" b="1" dirty="0">
              <a:solidFill>
                <a:srgbClr val="FF9500"/>
              </a:solidFill>
            </a:endParaRPr>
          </a:p>
        </p:txBody>
      </p:sp>
      <p:sp>
        <p:nvSpPr>
          <p:cNvPr id="10" name="Rectangle 12"/>
          <p:cNvSpPr>
            <a:spLocks noChangeArrowheads="1"/>
          </p:cNvSpPr>
          <p:nvPr/>
        </p:nvSpPr>
        <p:spPr bwMode="auto">
          <a:xfrm>
            <a:off x="467019" y="2260840"/>
            <a:ext cx="3122848" cy="4117156"/>
          </a:xfrm>
          <a:prstGeom prst="rect">
            <a:avLst/>
          </a:prstGeom>
          <a:noFill/>
          <a:ln w="25400" algn="ctr">
            <a:noFill/>
            <a:miter lim="800000"/>
            <a:headEnd/>
            <a:tailEnd/>
          </a:ln>
        </p:spPr>
        <p:txBody>
          <a:bodyPr wrap="square" lIns="179930" tIns="26989" rIns="26989" bIns="26989" anchor="t">
            <a:spAutoFit/>
          </a:bodyPr>
          <a:lstStyle/>
          <a:p>
            <a:pPr marL="146388" indent="-146388" eaLnBrk="0" hangingPunct="0"/>
            <a:r>
              <a:rPr lang="en-US" sz="1200" b="1" dirty="0">
                <a:solidFill>
                  <a:srgbClr val="00BAFF"/>
                </a:solidFill>
                <a:latin typeface="Arial Black" panose="020B0A04020102020204" pitchFamily="34" charset="0"/>
              </a:rPr>
              <a:t>PROFESSIONAL BACKGROUND</a:t>
            </a:r>
          </a:p>
          <a:p>
            <a:r>
              <a:rPr lang="en-US" sz="900" dirty="0"/>
              <a:t>With over 13 years of comprehensive experience, I possess more than 5 years of expertise in Python, SQL, Shell Scripting, and Django. My focus has extended to Oracle Cloud Infrastructure (OCI) for over a year, backed by certifications in OCI Operations and OCI Architect Associate. I leverage tools such as Terraform for OCI resource provisioning and Ansible for efficient configuration management. My proficiency extends to various OCI services, including Oracle Functions, Object Storage, and Container Registry.</a:t>
            </a:r>
          </a:p>
          <a:p>
            <a:r>
              <a:rPr lang="en-US" sz="900" dirty="0"/>
              <a:t>A significant part of my career involves designing and implementing tailored solutions for Order and Inventory Management within the retail sector. I've also engaged with CX products like Siebel and Oracle DX4C. My multifaceted contributions span roles as a developer, in L2 Support teams, and in DevOps capacities across diverse projects. I excel in architecting and developing new assets and automation tools. Over the past 4 years, I have successfully led teams in both support and development projects.</a:t>
            </a:r>
          </a:p>
          <a:p>
            <a:r>
              <a:rPr lang="en-US" sz="900" dirty="0"/>
              <a:t>My skill set encompasses a wide array, including DevOps tools, RPA tools (UiPath and Selenium), Shell Scripting, and Python. Currently, I am at the forefront of leading a team dedicated to Order Management and Inventory Management for a retail client. Additionally, I bring substantial expertise in PLSQL, Python, Shell Scripting, Oracle Enterprise Data Quality, and proficiency in utilizing the Qlik Sense Data Visualization tool.</a:t>
            </a:r>
          </a:p>
        </p:txBody>
      </p:sp>
      <p:cxnSp>
        <p:nvCxnSpPr>
          <p:cNvPr id="11" name="Straight Connector 10"/>
          <p:cNvCxnSpPr>
            <a:cxnSpLocks/>
          </p:cNvCxnSpPr>
          <p:nvPr/>
        </p:nvCxnSpPr>
        <p:spPr>
          <a:xfrm>
            <a:off x="467019" y="2260840"/>
            <a:ext cx="0" cy="4172617"/>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Rectangle 12"/>
          <p:cNvSpPr>
            <a:spLocks noChangeArrowheads="1"/>
          </p:cNvSpPr>
          <p:nvPr/>
        </p:nvSpPr>
        <p:spPr bwMode="auto">
          <a:xfrm>
            <a:off x="3708853" y="2260840"/>
            <a:ext cx="2679926" cy="1347167"/>
          </a:xfrm>
          <a:prstGeom prst="rect">
            <a:avLst/>
          </a:prstGeom>
          <a:noFill/>
          <a:ln w="25400" algn="ctr">
            <a:noFill/>
            <a:miter lim="800000"/>
            <a:headEnd/>
            <a:tailEnd/>
          </a:ln>
        </p:spPr>
        <p:txBody>
          <a:bodyPr wrap="square" lIns="179930" tIns="26989" rIns="26989" bIns="26989" anchor="t">
            <a:spAutoFit/>
          </a:bodyPr>
          <a:lstStyle/>
          <a:p>
            <a:pPr marL="146388" indent="-146388" eaLnBrk="0" hangingPunct="0"/>
            <a:r>
              <a:rPr lang="en-US" sz="1200" b="1" dirty="0">
                <a:solidFill>
                  <a:srgbClr val="00BAFF"/>
                </a:solidFill>
                <a:latin typeface="Arial Black" panose="020B0A04020102020204" pitchFamily="34" charset="0"/>
              </a:rPr>
              <a:t>AREAS OF EXPERTISE</a:t>
            </a:r>
          </a:p>
          <a:p>
            <a:pPr marL="114303" indent="-114303" eaLnBrk="0" hangingPunct="0">
              <a:buFontTx/>
              <a:buChar char="•"/>
              <a:defRPr/>
            </a:pPr>
            <a:endParaRPr lang="en-US" sz="900" dirty="0">
              <a:solidFill>
                <a:srgbClr val="404040"/>
              </a:solidFill>
              <a:latin typeface="Arial" panose="020B0604020202020204" pitchFamily="34" charset="0"/>
              <a:cs typeface="Arial" panose="020B0604020202020204" pitchFamily="34" charset="0"/>
            </a:endParaRPr>
          </a:p>
          <a:p>
            <a:pPr marL="114303" indent="-114303" eaLnBrk="0" hangingPunct="0">
              <a:buFontTx/>
              <a:buChar char="•"/>
              <a:defRPr/>
            </a:pPr>
            <a:r>
              <a:rPr lang="en-US" sz="900" kern="0" dirty="0">
                <a:solidFill>
                  <a:srgbClr val="404040"/>
                </a:solidFill>
                <a:latin typeface="Arial" panose="020B0604020202020204" pitchFamily="34" charset="0"/>
                <a:cs typeface="Arial" panose="020B0604020202020204" pitchFamily="34" charset="0"/>
              </a:rPr>
              <a:t>Python</a:t>
            </a:r>
          </a:p>
          <a:p>
            <a:pPr marL="114303" indent="-114303" eaLnBrk="0" hangingPunct="0">
              <a:buFontTx/>
              <a:buChar char="•"/>
              <a:defRPr/>
            </a:pPr>
            <a:r>
              <a:rPr lang="en-US" sz="900" dirty="0">
                <a:solidFill>
                  <a:srgbClr val="404040"/>
                </a:solidFill>
                <a:latin typeface="Arial" panose="020B0604020202020204" pitchFamily="34" charset="0"/>
                <a:cs typeface="Arial" panose="020B0604020202020204" pitchFamily="34" charset="0"/>
              </a:rPr>
              <a:t>SQL</a:t>
            </a:r>
            <a:endParaRPr lang="en-US" sz="900" kern="0" dirty="0">
              <a:solidFill>
                <a:srgbClr val="404040"/>
              </a:solidFill>
              <a:latin typeface="Arial" panose="020B0604020202020204" pitchFamily="34" charset="0"/>
              <a:cs typeface="Arial" panose="020B0604020202020204" pitchFamily="34" charset="0"/>
            </a:endParaRPr>
          </a:p>
          <a:p>
            <a:pPr marL="114303" indent="-114303" eaLnBrk="0" hangingPunct="0">
              <a:buFontTx/>
              <a:buChar char="•"/>
              <a:defRPr/>
            </a:pPr>
            <a:r>
              <a:rPr lang="en-US" sz="900" dirty="0">
                <a:solidFill>
                  <a:srgbClr val="404040"/>
                </a:solidFill>
                <a:latin typeface="Arial" panose="020B0604020202020204" pitchFamily="34" charset="0"/>
                <a:cs typeface="Arial" panose="020B0604020202020204" pitchFamily="34" charset="0"/>
              </a:rPr>
              <a:t>Cloud Infrastructure (OCI)</a:t>
            </a:r>
          </a:p>
          <a:p>
            <a:pPr marL="114303" indent="-114303" eaLnBrk="0" hangingPunct="0">
              <a:buFontTx/>
              <a:buChar char="•"/>
              <a:defRPr/>
            </a:pPr>
            <a:r>
              <a:rPr lang="en-US" sz="900" kern="0" dirty="0">
                <a:solidFill>
                  <a:srgbClr val="404040"/>
                </a:solidFill>
                <a:latin typeface="Arial" panose="020B0604020202020204" pitchFamily="34" charset="0"/>
                <a:cs typeface="Arial" panose="020B0604020202020204" pitchFamily="34" charset="0"/>
              </a:rPr>
              <a:t>DevOps</a:t>
            </a:r>
          </a:p>
          <a:p>
            <a:pPr marL="114303" indent="-114303" eaLnBrk="0" hangingPunct="0">
              <a:buFontTx/>
              <a:buChar char="•"/>
              <a:defRPr/>
            </a:pPr>
            <a:r>
              <a:rPr lang="en-US" sz="900" kern="0" dirty="0">
                <a:solidFill>
                  <a:srgbClr val="404040"/>
                </a:solidFill>
                <a:latin typeface="Arial" panose="020B0604020202020204" pitchFamily="34" charset="0"/>
                <a:cs typeface="Arial" panose="020B0604020202020204" pitchFamily="34" charset="0"/>
              </a:rPr>
              <a:t>Shell Scripting</a:t>
            </a:r>
          </a:p>
          <a:p>
            <a:pPr marL="114303" indent="-114303" eaLnBrk="0" hangingPunct="0">
              <a:buFontTx/>
              <a:buChar char="•"/>
              <a:defRPr/>
            </a:pPr>
            <a:r>
              <a:rPr lang="en-US" sz="900" kern="0" dirty="0">
                <a:solidFill>
                  <a:srgbClr val="404040"/>
                </a:solidFill>
                <a:latin typeface="Arial" panose="020B0604020202020204" pitchFamily="34" charset="0"/>
                <a:cs typeface="Arial" panose="020B0604020202020204" pitchFamily="34" charset="0"/>
              </a:rPr>
              <a:t>RPA (UiPath)</a:t>
            </a:r>
            <a:endParaRPr lang="en-US" sz="900" kern="0" dirty="0">
              <a:solidFill>
                <a:srgbClr val="404040"/>
              </a:solidFill>
            </a:endParaRPr>
          </a:p>
          <a:p>
            <a:pPr marL="114303" indent="-114303" eaLnBrk="0" hangingPunct="0">
              <a:buFontTx/>
              <a:buChar char="•"/>
              <a:defRPr/>
            </a:pPr>
            <a:endParaRPr lang="en-US" sz="900" dirty="0">
              <a:solidFill>
                <a:srgbClr val="000000"/>
              </a:solidFill>
              <a:latin typeface="Arial" panose="020B0604020202020204" pitchFamily="34" charset="0"/>
              <a:cs typeface="Arial" panose="020B0604020202020204" pitchFamily="34" charset="0"/>
            </a:endParaRPr>
          </a:p>
        </p:txBody>
      </p:sp>
      <p:cxnSp>
        <p:nvCxnSpPr>
          <p:cNvPr id="13" name="Straight Connector 12"/>
          <p:cNvCxnSpPr>
            <a:cxnSpLocks/>
          </p:cNvCxnSpPr>
          <p:nvPr/>
        </p:nvCxnSpPr>
        <p:spPr>
          <a:xfrm>
            <a:off x="3708857" y="2260840"/>
            <a:ext cx="0" cy="4172617"/>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Rectangle 12"/>
          <p:cNvSpPr>
            <a:spLocks noChangeArrowheads="1"/>
          </p:cNvSpPr>
          <p:nvPr/>
        </p:nvSpPr>
        <p:spPr bwMode="auto">
          <a:xfrm>
            <a:off x="6769785" y="2315924"/>
            <a:ext cx="5217506" cy="3840157"/>
          </a:xfrm>
          <a:prstGeom prst="rect">
            <a:avLst/>
          </a:prstGeom>
          <a:noFill/>
          <a:ln w="25400" algn="ctr">
            <a:noFill/>
            <a:miter lim="800000"/>
            <a:headEnd/>
            <a:tailEnd/>
          </a:ln>
        </p:spPr>
        <p:txBody>
          <a:bodyPr wrap="square" lIns="179930" tIns="26989" rIns="26989" bIns="26989" anchor="t">
            <a:spAutoFit/>
          </a:bodyPr>
          <a:lstStyle/>
          <a:p>
            <a:pPr indent="-146388" eaLnBrk="0" hangingPunct="0">
              <a:spcBef>
                <a:spcPts val="450"/>
              </a:spcBef>
            </a:pPr>
            <a:r>
              <a:rPr lang="en-US" sz="1200" b="1" dirty="0">
                <a:solidFill>
                  <a:srgbClr val="00BAFF"/>
                </a:solidFill>
                <a:latin typeface="Arial Black" panose="020B0A04020102020204" pitchFamily="34" charset="0"/>
              </a:rPr>
              <a:t>Relevant Project Experience</a:t>
            </a:r>
            <a:endParaRPr lang="en-IN" sz="900" dirty="0">
              <a:solidFill>
                <a:srgbClr val="404040"/>
              </a:solidFill>
              <a:cs typeface="Arial" panose="020B0604020202020204" pitchFamily="34" charset="0"/>
            </a:endParaRPr>
          </a:p>
          <a:p>
            <a:pPr algn="just" eaLnBrk="0" hangingPunct="0">
              <a:defRPr/>
            </a:pPr>
            <a:endParaRPr lang="en-US" sz="900" b="1" kern="0" dirty="0">
              <a:solidFill>
                <a:srgbClr val="000000"/>
              </a:solidFill>
              <a:latin typeface="Arial" panose="020B0604020202020204" pitchFamily="34" charset="0"/>
            </a:endParaRPr>
          </a:p>
          <a:p>
            <a:pPr eaLnBrk="0" hangingPunct="0">
              <a:defRPr/>
            </a:pPr>
            <a:r>
              <a:rPr lang="en-US" sz="900" b="1" kern="0" dirty="0">
                <a:solidFill>
                  <a:srgbClr val="000000"/>
                </a:solidFill>
              </a:rPr>
              <a:t>P&amp;G Sales Samples </a:t>
            </a:r>
            <a:r>
              <a:rPr lang="en-US" sz="900" kern="0" dirty="0">
                <a:solidFill>
                  <a:srgbClr val="000000"/>
                </a:solidFill>
              </a:rPr>
              <a:t>:</a:t>
            </a:r>
          </a:p>
          <a:p>
            <a:pPr eaLnBrk="0" hangingPunct="0">
              <a:defRPr/>
            </a:pPr>
            <a:endParaRPr lang="en-US" sz="900" kern="0" dirty="0">
              <a:solidFill>
                <a:srgbClr val="000000"/>
              </a:solidFill>
            </a:endParaRPr>
          </a:p>
          <a:p>
            <a:pPr marL="171450" indent="-171450" algn="just" eaLnBrk="0" hangingPunct="0">
              <a:buFont typeface="Arial" panose="020B0604020202020204" pitchFamily="34" charset="0"/>
              <a:buChar char="•"/>
              <a:defRPr/>
            </a:pPr>
            <a:r>
              <a:rPr lang="en-US" sz="900" kern="0" dirty="0">
                <a:solidFill>
                  <a:srgbClr val="000000"/>
                </a:solidFill>
                <a:latin typeface="Arial" panose="020B0604020202020204" pitchFamily="34" charset="0"/>
              </a:rPr>
              <a:t>Lead a team of developers in developing Sales Samples application for P&amp;G</a:t>
            </a:r>
          </a:p>
          <a:p>
            <a:pPr marL="171450" indent="-171450" algn="just" eaLnBrk="0" hangingPunct="0">
              <a:buFont typeface="Arial" panose="020B0604020202020204" pitchFamily="34" charset="0"/>
              <a:buChar char="•"/>
              <a:defRPr/>
            </a:pPr>
            <a:r>
              <a:rPr lang="en-US" sz="900" kern="0" dirty="0">
                <a:solidFill>
                  <a:srgbClr val="000000"/>
                </a:solidFill>
                <a:latin typeface="Arial" panose="020B0604020202020204" pitchFamily="34" charset="0"/>
              </a:rPr>
              <a:t>Architected the application for new modules – Order Management and Inventory Management</a:t>
            </a:r>
          </a:p>
          <a:p>
            <a:pPr marL="171450" indent="-171450" algn="just" eaLnBrk="0" hangingPunct="0">
              <a:buFont typeface="Arial" panose="020B0604020202020204" pitchFamily="34" charset="0"/>
              <a:buChar char="•"/>
              <a:defRPr/>
            </a:pPr>
            <a:r>
              <a:rPr lang="en-US" sz="900" kern="0" dirty="0">
                <a:solidFill>
                  <a:srgbClr val="000000"/>
                </a:solidFill>
                <a:latin typeface="Arial" panose="020B0604020202020204" pitchFamily="34" charset="0"/>
              </a:rPr>
              <a:t>Worked on the migration of application from IAAS to PAAS</a:t>
            </a:r>
          </a:p>
          <a:p>
            <a:pPr marL="171450" indent="-171450" algn="just" eaLnBrk="0" hangingPunct="0">
              <a:buFont typeface="Arial" panose="020B0604020202020204" pitchFamily="34" charset="0"/>
              <a:buChar char="•"/>
              <a:defRPr/>
            </a:pPr>
            <a:r>
              <a:rPr lang="en-US" sz="900" kern="0" dirty="0">
                <a:solidFill>
                  <a:srgbClr val="000000"/>
                </a:solidFill>
                <a:latin typeface="Arial" panose="020B0604020202020204" pitchFamily="34" charset="0"/>
              </a:rPr>
              <a:t>Designed the authentication strategy for users and APIs using Azure AD</a:t>
            </a:r>
          </a:p>
          <a:p>
            <a:pPr marL="171450" indent="-171450" algn="just" eaLnBrk="0" hangingPunct="0">
              <a:buFont typeface="Arial" panose="020B0604020202020204" pitchFamily="34" charset="0"/>
              <a:buChar char="•"/>
              <a:defRPr/>
            </a:pPr>
            <a:r>
              <a:rPr lang="en-US" sz="900" kern="0" dirty="0">
                <a:solidFill>
                  <a:srgbClr val="000000"/>
                </a:solidFill>
                <a:latin typeface="Arial" panose="020B0604020202020204" pitchFamily="34" charset="0"/>
              </a:rPr>
              <a:t>Worked on the development of the application and integrations with external applications using Azure APIM</a:t>
            </a:r>
          </a:p>
          <a:p>
            <a:pPr marL="171450" indent="-171450" algn="just" eaLnBrk="0" hangingPunct="0">
              <a:buFont typeface="Arial" panose="020B0604020202020204" pitchFamily="34" charset="0"/>
              <a:buChar char="•"/>
              <a:defRPr/>
            </a:pPr>
            <a:r>
              <a:rPr lang="en-US" sz="900" kern="0" dirty="0">
                <a:solidFill>
                  <a:srgbClr val="000000"/>
                </a:solidFill>
                <a:latin typeface="Arial" panose="020B0604020202020204" pitchFamily="34" charset="0"/>
              </a:rPr>
              <a:t>Successfully deployed the applications to Production </a:t>
            </a:r>
          </a:p>
          <a:p>
            <a:pPr algn="just" eaLnBrk="0" hangingPunct="0">
              <a:defRPr/>
            </a:pPr>
            <a:endParaRPr lang="en-US" sz="900" b="1" kern="0" dirty="0">
              <a:solidFill>
                <a:srgbClr val="000000"/>
              </a:solidFill>
              <a:latin typeface="Arial" panose="020B0604020202020204" pitchFamily="34" charset="0"/>
            </a:endParaRPr>
          </a:p>
          <a:p>
            <a:pPr algn="just" eaLnBrk="0" hangingPunct="0">
              <a:defRPr/>
            </a:pPr>
            <a:r>
              <a:rPr lang="en-US" sz="900" b="1" kern="0" dirty="0">
                <a:solidFill>
                  <a:srgbClr val="000000"/>
                </a:solidFill>
                <a:latin typeface="Arial" panose="020B0604020202020204" pitchFamily="34" charset="0"/>
              </a:rPr>
              <a:t>DX4C Cumulus : </a:t>
            </a:r>
          </a:p>
          <a:p>
            <a:pPr marL="171450" indent="-171450" eaLnBrk="0" hangingPunct="0">
              <a:buFont typeface="Arial" panose="020B0604020202020204" pitchFamily="34" charset="0"/>
              <a:buChar char="•"/>
              <a:defRPr/>
            </a:pPr>
            <a:endParaRPr lang="en-US" sz="900" kern="0" dirty="0">
              <a:solidFill>
                <a:srgbClr val="000000"/>
              </a:solidFill>
            </a:endParaRPr>
          </a:p>
          <a:p>
            <a:pPr marL="171450" indent="-171450" eaLnBrk="0" hangingPunct="0">
              <a:buFont typeface="Arial" panose="020B0604020202020204" pitchFamily="34" charset="0"/>
              <a:buChar char="•"/>
              <a:defRPr/>
            </a:pPr>
            <a:r>
              <a:rPr lang="en-US" sz="900" kern="0" dirty="0">
                <a:solidFill>
                  <a:srgbClr val="000000"/>
                </a:solidFill>
              </a:rPr>
              <a:t>Lead DevOps team of 6 resources and created DevOps Pipeline for Dx4C</a:t>
            </a:r>
          </a:p>
          <a:p>
            <a:pPr marL="171450" indent="-171450" eaLnBrk="0" hangingPunct="0">
              <a:buFont typeface="Arial" panose="020B0604020202020204" pitchFamily="34" charset="0"/>
              <a:buChar char="•"/>
              <a:defRPr/>
            </a:pPr>
            <a:r>
              <a:rPr lang="en-US" sz="900" kern="0" dirty="0">
                <a:solidFill>
                  <a:srgbClr val="000000"/>
                </a:solidFill>
              </a:rPr>
              <a:t>Created a middleware kind of asset specific for Dx4C using Django and Python.</a:t>
            </a:r>
          </a:p>
          <a:p>
            <a:pPr marL="171450" indent="-171450" eaLnBrk="0" hangingPunct="0">
              <a:buFont typeface="Arial" panose="020B0604020202020204" pitchFamily="34" charset="0"/>
              <a:buChar char="•"/>
              <a:defRPr/>
            </a:pPr>
            <a:r>
              <a:rPr lang="en-US" sz="900" kern="0" dirty="0">
                <a:solidFill>
                  <a:srgbClr val="000000"/>
                </a:solidFill>
              </a:rPr>
              <a:t>Created Automation Orchestrator using DevOps  tools, RPA (UiPath and Selenium) and Django. </a:t>
            </a:r>
          </a:p>
          <a:p>
            <a:pPr marL="171450" indent="-171450" eaLnBrk="0" hangingPunct="0">
              <a:buFont typeface="Arial" panose="020B0604020202020204" pitchFamily="34" charset="0"/>
              <a:buChar char="•"/>
              <a:defRPr/>
            </a:pPr>
            <a:r>
              <a:rPr lang="en-US" sz="900" kern="0" dirty="0">
                <a:solidFill>
                  <a:srgbClr val="000000"/>
                </a:solidFill>
              </a:rPr>
              <a:t>Worked as a scrum master internally using Jira to manage the sprint.</a:t>
            </a:r>
          </a:p>
          <a:p>
            <a:pPr marL="171450" indent="-171450" eaLnBrk="0" hangingPunct="0">
              <a:buFont typeface="Arial" panose="020B0604020202020204" pitchFamily="34" charset="0"/>
              <a:buChar char="•"/>
              <a:defRPr/>
            </a:pPr>
            <a:endParaRPr lang="en-US" sz="900" kern="0" dirty="0">
              <a:solidFill>
                <a:srgbClr val="000000"/>
              </a:solidFill>
            </a:endParaRPr>
          </a:p>
          <a:p>
            <a:pPr eaLnBrk="0" hangingPunct="0">
              <a:defRPr/>
            </a:pPr>
            <a:r>
              <a:rPr lang="en-US" sz="900" b="1" kern="0" dirty="0">
                <a:solidFill>
                  <a:srgbClr val="000000"/>
                </a:solidFill>
              </a:rPr>
              <a:t>Vodafone UK: </a:t>
            </a:r>
          </a:p>
          <a:p>
            <a:pPr marL="171450" indent="-171450" eaLnBrk="0" hangingPunct="0">
              <a:buFont typeface="Arial" panose="020B0604020202020204" pitchFamily="34" charset="0"/>
              <a:buChar char="•"/>
              <a:defRPr/>
            </a:pPr>
            <a:r>
              <a:rPr lang="en-US" sz="900" kern="0" dirty="0">
                <a:solidFill>
                  <a:srgbClr val="000000"/>
                </a:solidFill>
              </a:rPr>
              <a:t>Involved in Supporting Siebel Newco Stack . Triaging production defects, attending to incidents and supporting release activities.</a:t>
            </a:r>
          </a:p>
          <a:p>
            <a:pPr marL="171450" indent="-171450" eaLnBrk="0" hangingPunct="0">
              <a:buFont typeface="Arial" panose="020B0604020202020204" pitchFamily="34" charset="0"/>
              <a:buChar char="•"/>
              <a:defRPr/>
            </a:pPr>
            <a:r>
              <a:rPr lang="en-US" sz="900" kern="0" dirty="0">
                <a:solidFill>
                  <a:srgbClr val="000000"/>
                </a:solidFill>
              </a:rPr>
              <a:t>Coordinating with the offshore team and helping them in resolving incidents.</a:t>
            </a:r>
          </a:p>
          <a:p>
            <a:pPr marL="171450" indent="-171450" eaLnBrk="0" hangingPunct="0">
              <a:buFont typeface="Arial" panose="020B0604020202020204" pitchFamily="34" charset="0"/>
              <a:buChar char="•"/>
              <a:defRPr/>
            </a:pPr>
            <a:r>
              <a:rPr lang="en-US" sz="900" kern="0" dirty="0">
                <a:solidFill>
                  <a:srgbClr val="000000"/>
                </a:solidFill>
              </a:rPr>
              <a:t>Developed many automations for manual jobs which greatly reduced the amount of time required to run the jobs. </a:t>
            </a:r>
          </a:p>
          <a:p>
            <a:pPr marL="171450" indent="-171450" eaLnBrk="0" hangingPunct="0">
              <a:buFont typeface="Arial" panose="020B0604020202020204" pitchFamily="34" charset="0"/>
              <a:buChar char="•"/>
              <a:defRPr/>
            </a:pPr>
            <a:r>
              <a:rPr lang="en-US" sz="900" kern="0" dirty="0">
                <a:solidFill>
                  <a:srgbClr val="000000"/>
                </a:solidFill>
              </a:rPr>
              <a:t>Execution of ad-hoc jobs on Production and supporting Critical Priority 1 incidents.</a:t>
            </a:r>
          </a:p>
        </p:txBody>
      </p:sp>
      <p:cxnSp>
        <p:nvCxnSpPr>
          <p:cNvPr id="15" name="Straight Connector 14"/>
          <p:cNvCxnSpPr>
            <a:cxnSpLocks/>
          </p:cNvCxnSpPr>
          <p:nvPr/>
        </p:nvCxnSpPr>
        <p:spPr>
          <a:xfrm flipH="1">
            <a:off x="6769785" y="2260840"/>
            <a:ext cx="2" cy="4172617"/>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Footer Placeholder 7"/>
          <p:cNvSpPr txBox="1">
            <a:spLocks/>
          </p:cNvSpPr>
          <p:nvPr/>
        </p:nvSpPr>
        <p:spPr>
          <a:xfrm>
            <a:off x="380854" y="6518597"/>
            <a:ext cx="5712767" cy="206294"/>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white">
                    <a:lumMod val="65000"/>
                  </a:prstClr>
                </a:solidFill>
              </a:rPr>
              <a:t>Copyright </a:t>
            </a:r>
            <a:r>
              <a:rPr lang="sk-SK" dirty="0">
                <a:solidFill>
                  <a:prstClr val="white">
                    <a:lumMod val="65000"/>
                  </a:prstClr>
                </a:solidFill>
              </a:rPr>
              <a:t>© 201</a:t>
            </a:r>
            <a:r>
              <a:rPr lang="da-DK" dirty="0">
                <a:solidFill>
                  <a:prstClr val="white">
                    <a:lumMod val="65000"/>
                  </a:prstClr>
                </a:solidFill>
              </a:rPr>
              <a:t>9</a:t>
            </a:r>
            <a:r>
              <a:rPr lang="sk-SK" dirty="0">
                <a:solidFill>
                  <a:prstClr val="white">
                    <a:lumMod val="65000"/>
                  </a:prstClr>
                </a:solidFill>
              </a:rPr>
              <a:t> </a:t>
            </a:r>
            <a:r>
              <a:rPr lang="en-US" dirty="0">
                <a:solidFill>
                  <a:prstClr val="white">
                    <a:lumMod val="65000"/>
                  </a:prstClr>
                </a:solidFill>
              </a:rPr>
              <a:t>Accenture. All rights reserved.</a:t>
            </a:r>
          </a:p>
        </p:txBody>
      </p:sp>
      <p:sp>
        <p:nvSpPr>
          <p:cNvPr id="20" name="Rectangle 12">
            <a:extLst>
              <a:ext uri="{FF2B5EF4-FFF2-40B4-BE49-F238E27FC236}">
                <a16:creationId xmlns:a16="http://schemas.microsoft.com/office/drawing/2014/main" id="{196223B1-FA6E-44A9-8619-187FDC94148A}"/>
              </a:ext>
            </a:extLst>
          </p:cNvPr>
          <p:cNvSpPr>
            <a:spLocks noChangeArrowheads="1"/>
          </p:cNvSpPr>
          <p:nvPr/>
        </p:nvSpPr>
        <p:spPr bwMode="auto">
          <a:xfrm>
            <a:off x="3708853" y="3474270"/>
            <a:ext cx="2679926" cy="1252269"/>
          </a:xfrm>
          <a:prstGeom prst="rect">
            <a:avLst/>
          </a:prstGeom>
          <a:noFill/>
          <a:ln w="25400" algn="ctr">
            <a:noFill/>
            <a:miter lim="800000"/>
            <a:headEnd/>
            <a:tailEnd/>
          </a:ln>
        </p:spPr>
        <p:txBody>
          <a:bodyPr wrap="square" lIns="179930" tIns="26989" rIns="26989" bIns="26989" anchor="t">
            <a:spAutoFit/>
          </a:bodyPr>
          <a:lstStyle/>
          <a:p>
            <a:pPr marL="146388" indent="-146388" eaLnBrk="0" hangingPunct="0"/>
            <a:r>
              <a:rPr lang="en-US" sz="1200" b="1" dirty="0">
                <a:solidFill>
                  <a:srgbClr val="00BAFF"/>
                </a:solidFill>
                <a:latin typeface="Arial Black" panose="020B0A04020102020204" pitchFamily="34" charset="0"/>
              </a:rPr>
              <a:t>INDUSTRIES OF EXPERIENCE</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Retail</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Telecom</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Healthcare</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Banking</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Energy</a:t>
            </a:r>
          </a:p>
        </p:txBody>
      </p:sp>
      <p:sp>
        <p:nvSpPr>
          <p:cNvPr id="16" name="Rectangle 15">
            <a:extLst>
              <a:ext uri="{FF2B5EF4-FFF2-40B4-BE49-F238E27FC236}">
                <a16:creationId xmlns:a16="http://schemas.microsoft.com/office/drawing/2014/main" id="{03F3BFC9-26E4-4642-8A46-263EE66734F4}"/>
              </a:ext>
            </a:extLst>
          </p:cNvPr>
          <p:cNvSpPr/>
          <p:nvPr/>
        </p:nvSpPr>
        <p:spPr>
          <a:xfrm>
            <a:off x="2641653" y="1049422"/>
            <a:ext cx="4985266" cy="923330"/>
          </a:xfrm>
          <a:prstGeom prst="rect">
            <a:avLst/>
          </a:prstGeom>
        </p:spPr>
        <p:txBody>
          <a:bodyPr wrap="square" lIns="0">
            <a:spAutoFit/>
          </a:bodyPr>
          <a:lstStyle/>
          <a:p>
            <a:pPr defTabSz="540417" eaLnBrk="0" hangingPunct="0">
              <a:lnSpc>
                <a:spcPct val="150000"/>
              </a:lnSpc>
              <a:spcAft>
                <a:spcPts val="600"/>
              </a:spcAft>
            </a:pPr>
            <a:r>
              <a:rPr lang="en-US" sz="1200" dirty="0" err="1">
                <a:solidFill>
                  <a:srgbClr val="404040"/>
                </a:solidFill>
              </a:rPr>
              <a:t>arun.siddappa,shetty@accenture.com</a:t>
            </a:r>
            <a:br>
              <a:rPr lang="en-US" sz="1200" dirty="0">
                <a:solidFill>
                  <a:srgbClr val="404040"/>
                </a:solidFill>
              </a:rPr>
            </a:br>
            <a:r>
              <a:rPr lang="en-US" sz="1200" dirty="0">
                <a:solidFill>
                  <a:srgbClr val="404040"/>
                </a:solidFill>
              </a:rPr>
              <a:t>9035550309</a:t>
            </a:r>
            <a:br>
              <a:rPr lang="en-US" sz="1200" dirty="0">
                <a:solidFill>
                  <a:srgbClr val="404040"/>
                </a:solidFill>
              </a:rPr>
            </a:br>
            <a:endParaRPr lang="en-US" sz="1200" b="1" dirty="0">
              <a:solidFill>
                <a:srgbClr val="404040"/>
              </a:solidFill>
            </a:endParaRPr>
          </a:p>
        </p:txBody>
      </p:sp>
      <p:pic>
        <p:nvPicPr>
          <p:cNvPr id="17" name="Picture 16">
            <a:extLst>
              <a:ext uri="{FF2B5EF4-FFF2-40B4-BE49-F238E27FC236}">
                <a16:creationId xmlns:a16="http://schemas.microsoft.com/office/drawing/2014/main" id="{6C0E8043-9B58-4CAF-B221-83A004054DF6}"/>
              </a:ext>
            </a:extLst>
          </p:cNvPr>
          <p:cNvPicPr>
            <a:picLocks noChangeAspect="1"/>
          </p:cNvPicPr>
          <p:nvPr/>
        </p:nvPicPr>
        <p:blipFill rotWithShape="1">
          <a:blip r:embed="rId3"/>
          <a:srcRect t="14811"/>
          <a:stretch/>
        </p:blipFill>
        <p:spPr>
          <a:xfrm>
            <a:off x="7405063" y="65676"/>
            <a:ext cx="1951134" cy="1891293"/>
          </a:xfrm>
          <a:prstGeom prst="rect">
            <a:avLst/>
          </a:prstGeom>
        </p:spPr>
      </p:pic>
      <p:sp>
        <p:nvSpPr>
          <p:cNvPr id="2" name="Rectangle 12">
            <a:extLst>
              <a:ext uri="{FF2B5EF4-FFF2-40B4-BE49-F238E27FC236}">
                <a16:creationId xmlns:a16="http://schemas.microsoft.com/office/drawing/2014/main" id="{A0C8E83D-AA20-7E38-16CA-2AE611B8A5E5}"/>
              </a:ext>
            </a:extLst>
          </p:cNvPr>
          <p:cNvSpPr>
            <a:spLocks noChangeArrowheads="1"/>
          </p:cNvSpPr>
          <p:nvPr/>
        </p:nvSpPr>
        <p:spPr bwMode="auto">
          <a:xfrm>
            <a:off x="3708853" y="4953863"/>
            <a:ext cx="2679926" cy="1124029"/>
          </a:xfrm>
          <a:prstGeom prst="rect">
            <a:avLst/>
          </a:prstGeom>
          <a:noFill/>
          <a:ln w="25400" algn="ctr">
            <a:noFill/>
            <a:miter lim="800000"/>
            <a:headEnd/>
            <a:tailEnd/>
          </a:ln>
        </p:spPr>
        <p:txBody>
          <a:bodyPr wrap="square" lIns="179930" tIns="26989" rIns="26989" bIns="26989" anchor="t">
            <a:spAutoFit/>
          </a:bodyPr>
          <a:lstStyle/>
          <a:p>
            <a:pPr marL="146388" indent="-146388" eaLnBrk="0" hangingPunct="0"/>
            <a:r>
              <a:rPr lang="en-US" sz="1200" b="1" dirty="0">
                <a:solidFill>
                  <a:srgbClr val="00BAFF"/>
                </a:solidFill>
                <a:latin typeface="Arial Black" panose="020B0A04020102020204" pitchFamily="34" charset="0"/>
              </a:rPr>
              <a:t>Certifications</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Oracle Cloud Infrastructure Architect Associate</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Oracle Cloud Infrastructure Operations Associate</a:t>
            </a:r>
          </a:p>
          <a:p>
            <a:pPr marL="171381" indent="-171381">
              <a:spcBef>
                <a:spcPts val="450"/>
              </a:spcBef>
              <a:buFont typeface="Arial" panose="020B0604020202020204" pitchFamily="34" charset="0"/>
              <a:buChar char="•"/>
              <a:tabLst>
                <a:tab pos="133297" algn="l"/>
              </a:tabLst>
            </a:pPr>
            <a:r>
              <a:rPr lang="en-US" sz="900" dirty="0">
                <a:solidFill>
                  <a:prstClr val="black">
                    <a:lumMod val="75000"/>
                    <a:lumOff val="25000"/>
                  </a:prstClr>
                </a:solidFill>
                <a:cs typeface="Calibri" pitchFamily="34" charset="0"/>
              </a:rPr>
              <a:t>Oracle Cloud Infrastructure Foundations</a:t>
            </a:r>
          </a:p>
        </p:txBody>
      </p:sp>
      <p:pic>
        <p:nvPicPr>
          <p:cNvPr id="4" name="Picture 3" descr="A person in a suit&#10;&#10;Description automatically generated">
            <a:extLst>
              <a:ext uri="{FF2B5EF4-FFF2-40B4-BE49-F238E27FC236}">
                <a16:creationId xmlns:a16="http://schemas.microsoft.com/office/drawing/2014/main" id="{9CE585D8-D3F1-8E59-CED2-F6604658785A}"/>
              </a:ext>
            </a:extLst>
          </p:cNvPr>
          <p:cNvPicPr>
            <a:picLocks noChangeAspect="1"/>
          </p:cNvPicPr>
          <p:nvPr/>
        </p:nvPicPr>
        <p:blipFill>
          <a:blip r:embed="rId4"/>
          <a:stretch>
            <a:fillRect/>
          </a:stretch>
        </p:blipFill>
        <p:spPr>
          <a:xfrm>
            <a:off x="467019" y="38964"/>
            <a:ext cx="1950122" cy="1798446"/>
          </a:xfrm>
          <a:prstGeom prst="rect">
            <a:avLst/>
          </a:prstGeom>
        </p:spPr>
      </p:pic>
    </p:spTree>
    <p:extLst>
      <p:ext uri="{BB962C8B-B14F-4D97-AF65-F5344CB8AC3E}">
        <p14:creationId xmlns:p14="http://schemas.microsoft.com/office/powerpoint/2010/main" val="9802759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00&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Year&gt;&lt;m_bNumberIsYear val=&quot;0&quot;/&gt;&lt;m_strFormatTime&gt;%Y&lt;/m_strFormatTime&gt;&lt;m_yearfmt&gt;&lt;begin val=&quot;0&quot;/&gt;&lt;end val=&quot;0&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0&quot;/&gt;&lt;/m_mruColor&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rial">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Digital_Template_Arial_v2" id="{7E5354B8-16CC-4CCD-93BC-DE42E38B4FEF}" vid="{3E17E4EC-38AB-4BA1-A249-CAA23088CD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5EAC906B993B4E948F3DEB4BDCD4C6" ma:contentTypeVersion="2" ma:contentTypeDescription="Create a new document." ma:contentTypeScope="" ma:versionID="d54719bebe95d34b218f6eeef4e67166">
  <xsd:schema xmlns:xsd="http://www.w3.org/2001/XMLSchema" xmlns:xs="http://www.w3.org/2001/XMLSchema" xmlns:p="http://schemas.microsoft.com/office/2006/metadata/properties" xmlns:ns2="2222bb95-8d5a-4a25-9142-e35ce7f3186e" targetNamespace="http://schemas.microsoft.com/office/2006/metadata/properties" ma:root="true" ma:fieldsID="7b6a77df788ecf3de4bd10a301be8a85" ns2:_="">
    <xsd:import namespace="2222bb95-8d5a-4a25-9142-e35ce7f3186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22bb95-8d5a-4a25-9142-e35ce7f318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EAD0FD-8B5E-42F5-87AA-3F47152CF9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22bb95-8d5a-4a25-9142-e35ce7f318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F8FF39-A5D2-4C20-89CA-E0BB61C09927}">
  <ds:schemaRefs>
    <ds:schemaRef ds:uri="2222bb95-8d5a-4a25-9142-e35ce7f3186e"/>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9FB9E9F0-A80E-4BC0-BC10-BBDB06BF5FEE}">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Analytics Leadership Meeting - Corporate Functions (CFO Agenda)</Template>
  <TotalTime>14796</TotalTime>
  <Words>528</Words>
  <Application>Microsoft Office PowerPoint</Application>
  <PresentationFormat>Custom</PresentationFormat>
  <Paragraphs>48</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Arial</vt:lpstr>
      <vt:lpstr>Arial Black</vt:lpstr>
      <vt:lpstr>Graphik</vt:lpstr>
      <vt:lpstr>Segoe UI</vt:lpstr>
      <vt:lpstr>Titles</vt:lpstr>
      <vt:lpstr>think-cell Slide</vt:lpstr>
      <vt:lpstr>Arun Shetty Cloud Tech Arch Delivery Assoc Manager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Functions</dc:title>
  <dc:creator>Oliveira, M. B.</dc:creator>
  <cp:lastModifiedBy>Arun</cp:lastModifiedBy>
  <cp:revision>214</cp:revision>
  <cp:lastPrinted>2017-01-19T18:27:05Z</cp:lastPrinted>
  <dcterms:created xsi:type="dcterms:W3CDTF">2016-09-20T20:46:14Z</dcterms:created>
  <dcterms:modified xsi:type="dcterms:W3CDTF">2023-11-21T10:30:38Z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0x010100575EAC906B993B4E948F3DEB4BDCD4C6</vt:lpwstr>
  </property>
  <property fmtid="{D5CDD505-2E9C-101B-9397-08002B2CF9AE}" pid="3" name="UserName">
    <vt:lpwstr>lpidcock</vt:lpwstr>
  </property>
  <property fmtid="{D5CDD505-2E9C-101B-9397-08002B2CF9AE}" pid="4" name="ComputerName">
    <vt:lpwstr>DLOADMIN</vt:lpwstr>
  </property>
  <property fmtid="{D5CDD505-2E9C-101B-9397-08002B2CF9AE}" pid="5" name="palette_size">
    <vt:lpwstr>6</vt:lpwstr>
  </property>
</Properties>
</file>